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71" r:id="rId4"/>
    <p:sldMasterId id="2147483859" r:id="rId5"/>
  </p:sldMasterIdLst>
  <p:notesMasterIdLst>
    <p:notesMasterId r:id="rId21"/>
  </p:notesMasterIdLst>
  <p:sldIdLst>
    <p:sldId id="316" r:id="rId6"/>
    <p:sldId id="352" r:id="rId7"/>
    <p:sldId id="349" r:id="rId8"/>
    <p:sldId id="344" r:id="rId9"/>
    <p:sldId id="343" r:id="rId10"/>
    <p:sldId id="347" r:id="rId11"/>
    <p:sldId id="323" r:id="rId12"/>
    <p:sldId id="354" r:id="rId13"/>
    <p:sldId id="328" r:id="rId14"/>
    <p:sldId id="320" r:id="rId15"/>
    <p:sldId id="350" r:id="rId16"/>
    <p:sldId id="348" r:id="rId17"/>
    <p:sldId id="353" r:id="rId18"/>
    <p:sldId id="345" r:id="rId19"/>
    <p:sldId id="340" r:id="rId20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87069B0-2902-9DA3-9455-0DF1E673F888}" name="Tommy Skatvedt" initials="TSKA" userId="Tommy Skatvedt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9A7AC"/>
    <a:srgbClr val="1A4557"/>
    <a:srgbClr val="16515B"/>
    <a:srgbClr val="7DDBE2"/>
    <a:srgbClr val="002E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1" autoAdjust="0"/>
    <p:restoredTop sz="76208" autoAdjust="0"/>
  </p:normalViewPr>
  <p:slideViewPr>
    <p:cSldViewPr snapToGrid="0">
      <p:cViewPr varScale="1">
        <p:scale>
          <a:sx n="75" d="100"/>
          <a:sy n="75" d="100"/>
        </p:scale>
        <p:origin x="90" y="5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1FEEC5-9625-43FB-A034-A058282C0F61}" type="datetimeFigureOut">
              <a:rPr lang="nb-NO" smtClean="0"/>
              <a:t>02.07.2026</a:t>
            </a:fld>
            <a:endParaRPr lang="nb-NO"/>
          </a:p>
        </p:txBody>
      </p:sp>
      <p:sp>
        <p:nvSpPr>
          <p:cNvPr id="4" name="Plassholder for lysbil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Plassholder for nota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790400-5DEC-41F6-B66C-A5D05DB365A7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665608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790400-5DEC-41F6-B66C-A5D05DB365A7}" type="slidenum">
              <a:rPr lang="nb-NO" smtClean="0"/>
              <a:t>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6690004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790400-5DEC-41F6-B66C-A5D05DB365A7}" type="slidenum">
              <a:rPr lang="nb-NO" smtClean="0"/>
              <a:t>4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7382735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790400-5DEC-41F6-B66C-A5D05DB365A7}" type="slidenum">
              <a:rPr lang="nb-NO" smtClean="0"/>
              <a:t>5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7813657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790400-5DEC-41F6-B66C-A5D05DB365A7}" type="slidenum">
              <a:rPr lang="nb-NO" smtClean="0"/>
              <a:t>6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556040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b="1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790400-5DEC-41F6-B66C-A5D05DB365A7}" type="slidenum">
              <a:rPr lang="nb-NO" smtClean="0"/>
              <a:t>7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4802780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790400-5DEC-41F6-B66C-A5D05DB365A7}" type="slidenum">
              <a:rPr lang="nb-NO" smtClean="0"/>
              <a:t>8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764909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b-NO"/>
              <a:t>Reservene er produksjonen basert på allerede besluttede investeringer. Går ganske raskt ned. Ressurser i funn er avhengige av utbyggingsbeslutninger. I denne bolken ligger for eksempel Wisting-funnet inne, som er det største</a:t>
            </a:r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790400-5DEC-41F6-B66C-A5D05DB365A7}" type="slidenum">
              <a:rPr lang="nb-NO" smtClean="0"/>
              <a:t>9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322963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790400-5DEC-41F6-B66C-A5D05DB365A7}" type="slidenum">
              <a:rPr lang="nb-NO" smtClean="0"/>
              <a:t>10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8113247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790400-5DEC-41F6-B66C-A5D05DB365A7}" type="slidenum">
              <a:rPr lang="nb-NO" smtClean="0"/>
              <a:t>11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6257922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790400-5DEC-41F6-B66C-A5D05DB365A7}" type="slidenum">
              <a:rPr lang="nb-NO" smtClean="0"/>
              <a:t>12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6895867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790400-5DEC-41F6-B66C-A5D05DB365A7}" type="slidenum">
              <a:rPr lang="nb-NO" smtClean="0"/>
              <a:t>15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9170403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9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3.sv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3.sv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3.svg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SIDE oransje bølge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E556C43A-7679-615C-DFE5-89F1C32963B4}"/>
              </a:ext>
            </a:extLst>
          </p:cNvPr>
          <p:cNvSpPr/>
          <p:nvPr userDrawn="1"/>
        </p:nvSpPr>
        <p:spPr>
          <a:xfrm>
            <a:off x="0" y="850362"/>
            <a:ext cx="12192000" cy="6007638"/>
          </a:xfrm>
          <a:prstGeom prst="rect">
            <a:avLst/>
          </a:prstGeom>
          <a:solidFill>
            <a:srgbClr val="1651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2" name="Plassholder for tekst 18"/>
          <p:cNvSpPr>
            <a:spLocks noGrp="1"/>
          </p:cNvSpPr>
          <p:nvPr>
            <p:ph type="body" sz="quarter" idx="23" hasCustomPrompt="1"/>
          </p:nvPr>
        </p:nvSpPr>
        <p:spPr>
          <a:xfrm>
            <a:off x="-28575" y="2032921"/>
            <a:ext cx="6121270" cy="2160000"/>
          </a:xfrm>
          <a:solidFill>
            <a:schemeClr val="accent1">
              <a:lumMod val="75000"/>
            </a:schemeClr>
          </a:solidFill>
        </p:spPr>
        <p:txBody>
          <a:bodyPr lIns="792000" rIns="144000" anchor="ctr" anchorCtr="0">
            <a:noAutofit/>
          </a:bodyPr>
          <a:lstStyle>
            <a:lvl1pPr marL="0" indent="0">
              <a:buNone/>
              <a:defRPr sz="3600" b="0" i="0" baseline="0">
                <a:solidFill>
                  <a:schemeClr val="tx1"/>
                </a:solidFill>
                <a:latin typeface="Arial" panose="020B0604020202020204" pitchFamily="34" charset="0"/>
                <a:ea typeface="Open Sans SemiBold" panose="020B07060308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Tittel</a:t>
            </a:r>
            <a:r>
              <a:rPr lang="en-US" dirty="0"/>
              <a:t> p</a:t>
            </a:r>
            <a:r>
              <a:rPr lang="nb-NO" dirty="0"/>
              <a:t>å maks tre linjer</a:t>
            </a:r>
          </a:p>
        </p:txBody>
      </p:sp>
      <p:sp>
        <p:nvSpPr>
          <p:cNvPr id="3" name="Plassholder for tekst 2"/>
          <p:cNvSpPr>
            <a:spLocks noGrp="1"/>
          </p:cNvSpPr>
          <p:nvPr>
            <p:ph type="body" sz="quarter" idx="16" hasCustomPrompt="1"/>
          </p:nvPr>
        </p:nvSpPr>
        <p:spPr>
          <a:xfrm>
            <a:off x="-28575" y="4192921"/>
            <a:ext cx="6121270" cy="336798"/>
          </a:xfrm>
          <a:solidFill>
            <a:srgbClr val="89A7AC"/>
          </a:solidFill>
        </p:spPr>
        <p:txBody>
          <a:bodyPr tIns="72000" rIns="144000" anchor="ctr" anchorCtr="0">
            <a:noAutofit/>
          </a:bodyPr>
          <a:lstStyle>
            <a:lvl1pPr marL="396000" indent="0" algn="r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None/>
              <a:defRPr sz="1800" b="0" i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Navn</a:t>
            </a:r>
            <a:r>
              <a:rPr lang="en-US" dirty="0"/>
              <a:t> p</a:t>
            </a:r>
            <a:r>
              <a:rPr lang="nb-NO" dirty="0"/>
              <a:t>å foredragsholder</a:t>
            </a:r>
          </a:p>
        </p:txBody>
      </p:sp>
      <p:sp>
        <p:nvSpPr>
          <p:cNvPr id="10" name="Plassholder for tekst 2"/>
          <p:cNvSpPr>
            <a:spLocks noGrp="1"/>
          </p:cNvSpPr>
          <p:nvPr>
            <p:ph type="body" sz="quarter" idx="17" hasCustomPrompt="1"/>
          </p:nvPr>
        </p:nvSpPr>
        <p:spPr>
          <a:xfrm>
            <a:off x="-28575" y="4529719"/>
            <a:ext cx="6121270" cy="336798"/>
          </a:xfrm>
          <a:solidFill>
            <a:srgbClr val="89A7AC"/>
          </a:solidFill>
        </p:spPr>
        <p:txBody>
          <a:bodyPr rIns="144000" bIns="108000" anchor="ctr" anchorCtr="0">
            <a:noAutofit/>
          </a:bodyPr>
          <a:lstStyle>
            <a:lvl1pPr marL="396000" indent="0" algn="r">
              <a:lnSpc>
                <a:spcPts val="23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nb-NO" dirty="0"/>
              <a:t>Sted og dato</a:t>
            </a:r>
          </a:p>
        </p:txBody>
      </p:sp>
      <p:pic>
        <p:nvPicPr>
          <p:cNvPr id="4" name="Bilde 3">
            <a:extLst>
              <a:ext uri="{FF2B5EF4-FFF2-40B4-BE49-F238E27FC236}">
                <a16:creationId xmlns:a16="http://schemas.microsoft.com/office/drawing/2014/main" id="{A3B7CA9C-74AF-4E17-967E-3F4072174E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20400" y="126000"/>
            <a:ext cx="2237860" cy="583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F5ECC31-85FA-469C-B5C9-32425B755F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943600" y="942848"/>
            <a:ext cx="6066972" cy="5822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9235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25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2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2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25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25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uiExpand="1" build="p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25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25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uiExpand="1" build="p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25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25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uiExpand="1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25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25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SIDE blå bøl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E556C43A-7679-615C-DFE5-89F1C32963B4}"/>
              </a:ext>
            </a:extLst>
          </p:cNvPr>
          <p:cNvSpPr/>
          <p:nvPr userDrawn="1"/>
        </p:nvSpPr>
        <p:spPr>
          <a:xfrm>
            <a:off x="0" y="850362"/>
            <a:ext cx="12192000" cy="60076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2" name="Plassholder for tekst 18"/>
          <p:cNvSpPr>
            <a:spLocks noGrp="1"/>
          </p:cNvSpPr>
          <p:nvPr>
            <p:ph type="body" sz="quarter" idx="23" hasCustomPrompt="1"/>
          </p:nvPr>
        </p:nvSpPr>
        <p:spPr>
          <a:xfrm>
            <a:off x="-28575" y="2032921"/>
            <a:ext cx="6121270" cy="2160000"/>
          </a:xfrm>
          <a:solidFill>
            <a:schemeClr val="accent2">
              <a:alpha val="80000"/>
            </a:schemeClr>
          </a:solidFill>
        </p:spPr>
        <p:txBody>
          <a:bodyPr lIns="792000" rIns="144000" anchor="ctr" anchorCtr="0">
            <a:noAutofit/>
          </a:bodyPr>
          <a:lstStyle>
            <a:lvl1pPr marL="0" indent="0">
              <a:buNone/>
              <a:defRPr sz="3600" b="0" i="0" baseline="0">
                <a:solidFill>
                  <a:schemeClr val="tx1"/>
                </a:solidFill>
                <a:latin typeface="Arial" panose="020B0604020202020204" pitchFamily="34" charset="0"/>
                <a:ea typeface="Open Sans SemiBold" panose="020B07060308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Tittel</a:t>
            </a:r>
            <a:r>
              <a:rPr lang="en-US" dirty="0"/>
              <a:t> p</a:t>
            </a:r>
            <a:r>
              <a:rPr lang="nb-NO" dirty="0"/>
              <a:t>å maks tre linjer</a:t>
            </a:r>
          </a:p>
        </p:txBody>
      </p:sp>
      <p:sp>
        <p:nvSpPr>
          <p:cNvPr id="3" name="Plassholder for tekst 2"/>
          <p:cNvSpPr>
            <a:spLocks noGrp="1"/>
          </p:cNvSpPr>
          <p:nvPr>
            <p:ph type="body" sz="quarter" idx="16" hasCustomPrompt="1"/>
          </p:nvPr>
        </p:nvSpPr>
        <p:spPr>
          <a:xfrm>
            <a:off x="-28575" y="4192921"/>
            <a:ext cx="6121270" cy="336798"/>
          </a:xfrm>
          <a:solidFill>
            <a:schemeClr val="bg2">
              <a:alpha val="71000"/>
            </a:schemeClr>
          </a:solidFill>
        </p:spPr>
        <p:txBody>
          <a:bodyPr tIns="72000" rIns="144000" anchor="ctr" anchorCtr="0">
            <a:noAutofit/>
          </a:bodyPr>
          <a:lstStyle>
            <a:lvl1pPr marL="396000" indent="0" algn="r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None/>
              <a:defRPr sz="1800" b="0" i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 err="1"/>
              <a:t>Navn</a:t>
            </a:r>
            <a:r>
              <a:rPr lang="en-US" dirty="0"/>
              <a:t> p</a:t>
            </a:r>
            <a:r>
              <a:rPr lang="nb-NO" dirty="0"/>
              <a:t>å foredragsholder</a:t>
            </a:r>
          </a:p>
        </p:txBody>
      </p:sp>
      <p:sp>
        <p:nvSpPr>
          <p:cNvPr id="10" name="Plassholder for tekst 2"/>
          <p:cNvSpPr>
            <a:spLocks noGrp="1"/>
          </p:cNvSpPr>
          <p:nvPr>
            <p:ph type="body" sz="quarter" idx="17" hasCustomPrompt="1"/>
          </p:nvPr>
        </p:nvSpPr>
        <p:spPr>
          <a:xfrm>
            <a:off x="-28575" y="4529719"/>
            <a:ext cx="6121270" cy="336798"/>
          </a:xfrm>
          <a:solidFill>
            <a:schemeClr val="bg2">
              <a:alpha val="71000"/>
            </a:schemeClr>
          </a:solidFill>
        </p:spPr>
        <p:txBody>
          <a:bodyPr rIns="144000" bIns="108000" anchor="ctr" anchorCtr="0">
            <a:noAutofit/>
          </a:bodyPr>
          <a:lstStyle>
            <a:lvl1pPr marL="396000" indent="0" algn="r">
              <a:lnSpc>
                <a:spcPts val="2300"/>
              </a:lnSpc>
              <a:spcBef>
                <a:spcPts val="0"/>
              </a:spcBef>
              <a:buNone/>
              <a:defRPr sz="14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nb-NO" dirty="0"/>
              <a:t>Sted og dato</a:t>
            </a:r>
          </a:p>
        </p:txBody>
      </p:sp>
      <p:pic>
        <p:nvPicPr>
          <p:cNvPr id="4" name="Bilde 3">
            <a:extLst>
              <a:ext uri="{FF2B5EF4-FFF2-40B4-BE49-F238E27FC236}">
                <a16:creationId xmlns:a16="http://schemas.microsoft.com/office/drawing/2014/main" id="{A3B7CA9C-74AF-4E17-967E-3F4072174E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20400" y="126000"/>
            <a:ext cx="2237860" cy="583200"/>
          </a:xfrm>
          <a:prstGeom prst="rect">
            <a:avLst/>
          </a:prstGeom>
        </p:spPr>
      </p:pic>
      <p:pic>
        <p:nvPicPr>
          <p:cNvPr id="5" name="Picture 15">
            <a:extLst>
              <a:ext uri="{FF2B5EF4-FFF2-40B4-BE49-F238E27FC236}">
                <a16:creationId xmlns:a16="http://schemas.microsoft.com/office/drawing/2014/main" id="{B4BA02FC-92F4-AC6E-990C-BE415D9AA95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65753" y="942848"/>
            <a:ext cx="5822665" cy="5822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3191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25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2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2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25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25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uiExpand="1" build="p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25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25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uiExpand="1" build="p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25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25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uiExpand="1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25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25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SIDE sett inn eget bil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ssholder for bilde 9">
            <a:extLst>
              <a:ext uri="{FF2B5EF4-FFF2-40B4-BE49-F238E27FC236}">
                <a16:creationId xmlns:a16="http://schemas.microsoft.com/office/drawing/2014/main" id="{019EB75A-1399-6A50-8097-614C96045A7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0624" y="850363"/>
            <a:ext cx="12192000" cy="6007638"/>
          </a:xfrm>
          <a:prstGeom prst="rect">
            <a:avLst/>
          </a:prstGeom>
          <a:solidFill>
            <a:schemeClr val="tx2">
              <a:lumMod val="90000"/>
            </a:schemeClr>
          </a:solidFill>
        </p:spPr>
        <p:txBody>
          <a:bodyPr tIns="2880000" anchor="t" anchorCtr="1">
            <a:normAutofit/>
          </a:bodyPr>
          <a:lstStyle>
            <a:lvl1pPr marL="4680000" indent="0" algn="ctr">
              <a:buNone/>
              <a:defRPr sz="1800" b="0" i="0" baseline="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nb-NO" dirty="0"/>
              <a:t>Klikk på ikonet for å sette inn bilde</a:t>
            </a:r>
          </a:p>
        </p:txBody>
      </p:sp>
      <p:sp>
        <p:nvSpPr>
          <p:cNvPr id="22" name="Plassholder for tekst 18"/>
          <p:cNvSpPr>
            <a:spLocks noGrp="1"/>
          </p:cNvSpPr>
          <p:nvPr>
            <p:ph type="body" sz="quarter" idx="23" hasCustomPrompt="1"/>
          </p:nvPr>
        </p:nvSpPr>
        <p:spPr>
          <a:xfrm>
            <a:off x="-28575" y="2032921"/>
            <a:ext cx="6121270" cy="2160000"/>
          </a:xfrm>
          <a:solidFill>
            <a:schemeClr val="accent1">
              <a:alpha val="80000"/>
            </a:schemeClr>
          </a:solidFill>
        </p:spPr>
        <p:txBody>
          <a:bodyPr lIns="792000" rIns="144000" anchor="ctr" anchorCtr="0">
            <a:noAutofit/>
          </a:bodyPr>
          <a:lstStyle>
            <a:lvl1pPr marL="0" indent="0">
              <a:buNone/>
              <a:defRPr sz="3600" b="0" i="0" baseline="0">
                <a:solidFill>
                  <a:schemeClr val="tx1"/>
                </a:solidFill>
                <a:latin typeface="Arial" panose="020B0604020202020204" pitchFamily="34" charset="0"/>
                <a:ea typeface="Open Sans SemiBold" panose="020B07060308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Tittel</a:t>
            </a:r>
            <a:r>
              <a:rPr lang="en-US" dirty="0"/>
              <a:t> p</a:t>
            </a:r>
            <a:r>
              <a:rPr lang="nb-NO" dirty="0"/>
              <a:t>å maks tre linjer</a:t>
            </a:r>
          </a:p>
        </p:txBody>
      </p:sp>
      <p:sp>
        <p:nvSpPr>
          <p:cNvPr id="3" name="Plassholder for tekst 2"/>
          <p:cNvSpPr>
            <a:spLocks noGrp="1"/>
          </p:cNvSpPr>
          <p:nvPr>
            <p:ph type="body" sz="quarter" idx="16" hasCustomPrompt="1"/>
          </p:nvPr>
        </p:nvSpPr>
        <p:spPr>
          <a:xfrm>
            <a:off x="-28575" y="4192921"/>
            <a:ext cx="6121270" cy="336798"/>
          </a:xfrm>
          <a:solidFill>
            <a:srgbClr val="89A7AC">
              <a:alpha val="71000"/>
            </a:srgbClr>
          </a:solidFill>
        </p:spPr>
        <p:txBody>
          <a:bodyPr tIns="72000" rIns="144000" anchor="ctr" anchorCtr="0">
            <a:noAutofit/>
          </a:bodyPr>
          <a:lstStyle>
            <a:lvl1pPr marL="396000" indent="0" algn="r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None/>
              <a:defRPr sz="1800" b="0" i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Navn</a:t>
            </a:r>
            <a:r>
              <a:rPr lang="en-US" dirty="0"/>
              <a:t> p</a:t>
            </a:r>
            <a:r>
              <a:rPr lang="nb-NO" dirty="0"/>
              <a:t>å foredragsholder</a:t>
            </a:r>
          </a:p>
        </p:txBody>
      </p:sp>
      <p:sp>
        <p:nvSpPr>
          <p:cNvPr id="10" name="Plassholder for tekst 2"/>
          <p:cNvSpPr>
            <a:spLocks noGrp="1"/>
          </p:cNvSpPr>
          <p:nvPr>
            <p:ph type="body" sz="quarter" idx="17" hasCustomPrompt="1"/>
          </p:nvPr>
        </p:nvSpPr>
        <p:spPr>
          <a:xfrm>
            <a:off x="-28575" y="4529719"/>
            <a:ext cx="6121270" cy="336798"/>
          </a:xfrm>
          <a:solidFill>
            <a:srgbClr val="89A7AC">
              <a:alpha val="71000"/>
            </a:srgbClr>
          </a:solidFill>
        </p:spPr>
        <p:txBody>
          <a:bodyPr rIns="144000" bIns="108000" anchor="ctr" anchorCtr="0">
            <a:noAutofit/>
          </a:bodyPr>
          <a:lstStyle>
            <a:lvl1pPr marL="396000" indent="0" algn="r">
              <a:lnSpc>
                <a:spcPts val="23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nb-NO" dirty="0"/>
              <a:t>Sted og dato</a:t>
            </a:r>
          </a:p>
        </p:txBody>
      </p:sp>
      <p:pic>
        <p:nvPicPr>
          <p:cNvPr id="4" name="Bilde 3">
            <a:extLst>
              <a:ext uri="{FF2B5EF4-FFF2-40B4-BE49-F238E27FC236}">
                <a16:creationId xmlns:a16="http://schemas.microsoft.com/office/drawing/2014/main" id="{A3B7CA9C-74AF-4E17-967E-3F4072174E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20400" y="126000"/>
            <a:ext cx="2237860" cy="58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2385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25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2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2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25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25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uiExpand="1" build="p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25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25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uiExpand="1" build="p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25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25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uiExpand="1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25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25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_lys bakgrunn">
    <p:bg>
      <p:bgPr>
        <a:solidFill>
          <a:schemeClr val="accent6">
            <a:lumMod val="20000"/>
            <a:lumOff val="80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 b="0" i="0" baseline="0">
                <a:latin typeface="Arial" panose="020B0604020202020204" pitchFamily="34" charset="0"/>
                <a:ea typeface="Open Sans Semibold" panose="020B0706030804020204" pitchFamily="34" charset="0"/>
                <a:cs typeface="Arial" panose="020B0604020202020204" pitchFamily="34" charset="0"/>
              </a:defRPr>
            </a:lvl1pPr>
          </a:lstStyle>
          <a:p>
            <a:r>
              <a:rPr lang="nb-NO" dirty="0"/>
              <a:t>Klikk for å skrive tittel</a:t>
            </a:r>
          </a:p>
        </p:txBody>
      </p:sp>
      <p:sp>
        <p:nvSpPr>
          <p:cNvPr id="3" name="Plassholder for innhold 2"/>
          <p:cNvSpPr>
            <a:spLocks noGrp="1"/>
          </p:cNvSpPr>
          <p:nvPr>
            <p:ph idx="1" hasCustomPrompt="1"/>
          </p:nvPr>
        </p:nvSpPr>
        <p:spPr/>
        <p:txBody>
          <a:bodyPr>
            <a:noAutofit/>
          </a:bodyPr>
          <a:lstStyle>
            <a:lvl1pPr>
              <a:defRPr b="0" i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1pPr>
            <a:lvl2pPr>
              <a:defRPr b="0" i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2pPr>
            <a:lvl3pPr>
              <a:defRPr b="0" i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4pPr>
            <a:lvl5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nb-NO" dirty="0"/>
              <a:t>Klikk for å legge til tekst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>
          <a:xfrm>
            <a:off x="9846000" y="6318000"/>
            <a:ext cx="1620000" cy="36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8F4514F-D6FC-4891-BE5B-46287F327F15}" type="datetime1">
              <a:rPr lang="nb-NO" smtClean="0"/>
              <a:t>02.07.2026</a:t>
            </a:fld>
            <a:endParaRPr lang="nb-NO" dirty="0"/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>
          <a:xfrm>
            <a:off x="11555999" y="6318000"/>
            <a:ext cx="450000" cy="360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9E3B291-050D-4A82-B0A1-DB349FC61753}" type="slidenum">
              <a:rPr lang="nb-NO" smtClean="0"/>
              <a:pPr/>
              <a:t>‹#›</a:t>
            </a:fld>
            <a:endParaRPr lang="nb-NO" dirty="0"/>
          </a:p>
        </p:txBody>
      </p:sp>
      <p:sp>
        <p:nvSpPr>
          <p:cNvPr id="8" name="Plassholder for bunntekst 4"/>
          <p:cNvSpPr>
            <a:spLocks noGrp="1"/>
          </p:cNvSpPr>
          <p:nvPr>
            <p:ph type="ftr" sz="quarter" idx="3"/>
          </p:nvPr>
        </p:nvSpPr>
        <p:spPr>
          <a:xfrm>
            <a:off x="2808000" y="6318000"/>
            <a:ext cx="702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="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nb-NO" dirty="0"/>
          </a:p>
        </p:txBody>
      </p:sp>
      <p:sp>
        <p:nvSpPr>
          <p:cNvPr id="7" name="Plassholder for tekst 3"/>
          <p:cNvSpPr>
            <a:spLocks noGrp="1"/>
          </p:cNvSpPr>
          <p:nvPr>
            <p:ph type="body" sz="quarter" idx="15" hasCustomPrompt="1"/>
          </p:nvPr>
        </p:nvSpPr>
        <p:spPr>
          <a:xfrm>
            <a:off x="9846000" y="5698836"/>
            <a:ext cx="2150771" cy="478127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1000" b="0" i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nb-NO" dirty="0"/>
              <a:t>Foto- / kildekreditering</a:t>
            </a:r>
          </a:p>
        </p:txBody>
      </p:sp>
    </p:spTree>
    <p:extLst>
      <p:ext uri="{BB962C8B-B14F-4D97-AF65-F5344CB8AC3E}">
        <p14:creationId xmlns:p14="http://schemas.microsoft.com/office/powerpoint/2010/main" val="2537407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_mørk bakgrun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 b="0" i="0" baseline="0">
                <a:latin typeface="Arial" panose="020B0604020202020204" pitchFamily="34" charset="0"/>
                <a:ea typeface="Open Sans Semibold" panose="020B0706030804020204" pitchFamily="34" charset="0"/>
                <a:cs typeface="Arial" panose="020B0604020202020204" pitchFamily="34" charset="0"/>
              </a:defRPr>
            </a:lvl1pPr>
          </a:lstStyle>
          <a:p>
            <a:r>
              <a:rPr lang="nb-NO" dirty="0"/>
              <a:t>Klikk for å skrive tittel</a:t>
            </a:r>
          </a:p>
        </p:txBody>
      </p:sp>
      <p:sp>
        <p:nvSpPr>
          <p:cNvPr id="3" name="Plassholder for innhold 2"/>
          <p:cNvSpPr>
            <a:spLocks noGrp="1"/>
          </p:cNvSpPr>
          <p:nvPr>
            <p:ph idx="1" hasCustomPrompt="1"/>
          </p:nvPr>
        </p:nvSpPr>
        <p:spPr/>
        <p:txBody>
          <a:bodyPr>
            <a:noAutofit/>
          </a:bodyPr>
          <a:lstStyle>
            <a:lvl1pPr>
              <a:defRPr b="0" i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1pPr>
            <a:lvl2pPr>
              <a:defRPr b="0" i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2pPr>
            <a:lvl3pPr>
              <a:defRPr b="0" i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nb-NO" dirty="0"/>
              <a:t>Klikk for å legge til tekst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>
          <a:xfrm>
            <a:off x="9846000" y="6318000"/>
            <a:ext cx="1620000" cy="360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30E8E04-0CF4-4F18-AA19-97E516B38B26}" type="datetime1">
              <a:rPr lang="nb-NO" smtClean="0"/>
              <a:t>02.07.2026</a:t>
            </a:fld>
            <a:endParaRPr lang="nb-NO" dirty="0"/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>
          <a:xfrm>
            <a:off x="11556000" y="6318000"/>
            <a:ext cx="450000" cy="360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9E3B291-050D-4A82-B0A1-DB349FC61753}" type="slidenum">
              <a:rPr lang="nb-NO" smtClean="0"/>
              <a:pPr/>
              <a:t>‹#›</a:t>
            </a:fld>
            <a:endParaRPr lang="nb-NO" dirty="0"/>
          </a:p>
        </p:txBody>
      </p:sp>
      <p:sp>
        <p:nvSpPr>
          <p:cNvPr id="8" name="Plassholder for bunntekst 4"/>
          <p:cNvSpPr>
            <a:spLocks noGrp="1"/>
          </p:cNvSpPr>
          <p:nvPr>
            <p:ph type="ftr" sz="quarter" idx="3"/>
          </p:nvPr>
        </p:nvSpPr>
        <p:spPr>
          <a:xfrm>
            <a:off x="2808000" y="6318000"/>
            <a:ext cx="702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="0" i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nb-NO" dirty="0"/>
          </a:p>
        </p:txBody>
      </p:sp>
      <p:sp>
        <p:nvSpPr>
          <p:cNvPr id="9" name="Plassholder for tekst 3"/>
          <p:cNvSpPr>
            <a:spLocks noGrp="1"/>
          </p:cNvSpPr>
          <p:nvPr>
            <p:ph type="body" sz="quarter" idx="15" hasCustomPrompt="1"/>
          </p:nvPr>
        </p:nvSpPr>
        <p:spPr>
          <a:xfrm>
            <a:off x="9855235" y="5698836"/>
            <a:ext cx="2150771" cy="478127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1000" b="0" i="0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 lvl="0"/>
            <a:r>
              <a:rPr lang="nb-NO" dirty="0"/>
              <a:t>Foto- / kildekreditering</a:t>
            </a:r>
          </a:p>
        </p:txBody>
      </p:sp>
      <p:pic>
        <p:nvPicPr>
          <p:cNvPr id="5" name="Bilde 3">
            <a:extLst>
              <a:ext uri="{FF2B5EF4-FFF2-40B4-BE49-F238E27FC236}">
                <a16:creationId xmlns:a16="http://schemas.microsoft.com/office/drawing/2014/main" id="{75332144-E0B1-863E-5011-0276AEB572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60000" y="6282000"/>
            <a:ext cx="1657674" cy="43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8885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NNHOLDSDELER lys bakgrunn">
    <p:bg>
      <p:bgPr>
        <a:solidFill>
          <a:schemeClr val="accent6">
            <a:lumMod val="20000"/>
            <a:lumOff val="80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ssholder for innhold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106732"/>
          </a:xfrm>
          <a:noFill/>
        </p:spPr>
        <p:txBody>
          <a:bodyPr>
            <a:noAutofit/>
          </a:bodyPr>
          <a:lstStyle>
            <a:lvl1pPr>
              <a:defRPr b="0" i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1pPr>
            <a:lvl2pPr>
              <a:defRPr b="0" i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2pPr>
            <a:lvl3pPr>
              <a:defRPr b="0" i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4pPr>
            <a:lvl5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nb-NO" dirty="0"/>
              <a:t>Klikk for å legge til innhold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</p:txBody>
      </p:sp>
      <p:sp>
        <p:nvSpPr>
          <p:cNvPr id="2" name="Tit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 baseline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1pPr>
          </a:lstStyle>
          <a:p>
            <a:r>
              <a:rPr lang="nb-NO" dirty="0"/>
              <a:t>Klikk for å skrive tittel</a:t>
            </a:r>
          </a:p>
        </p:txBody>
      </p:sp>
      <p:sp>
        <p:nvSpPr>
          <p:cNvPr id="3" name="Plassholder for innhold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106732"/>
          </a:xfrm>
        </p:spPr>
        <p:txBody>
          <a:bodyPr/>
          <a:lstStyle>
            <a:lvl1pPr>
              <a:defRPr b="0" i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1pPr>
            <a:lvl2pPr>
              <a:defRPr b="0" i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2pPr>
            <a:lvl3pPr>
              <a:defRPr b="0" i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4pPr>
            <a:lvl5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nb-NO" dirty="0"/>
              <a:t>Klikk for å legge til innhold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</p:txBody>
      </p:sp>
      <p:sp>
        <p:nvSpPr>
          <p:cNvPr id="5" name="Plassholder for dato 4"/>
          <p:cNvSpPr>
            <a:spLocks noGrp="1"/>
          </p:cNvSpPr>
          <p:nvPr>
            <p:ph type="dt" sz="half" idx="10"/>
          </p:nvPr>
        </p:nvSpPr>
        <p:spPr>
          <a:xfrm>
            <a:off x="9846000" y="6318000"/>
            <a:ext cx="1620000" cy="360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8C35720D-2422-4CFA-8007-344F7215A33F}" type="datetime1">
              <a:rPr lang="nb-NO" smtClean="0"/>
              <a:t>02.07.2026</a:t>
            </a:fld>
            <a:endParaRPr lang="nb-NO" dirty="0"/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11"/>
          </p:nvPr>
        </p:nvSpPr>
        <p:spPr>
          <a:xfrm>
            <a:off x="2808000" y="6318000"/>
            <a:ext cx="7020000" cy="360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endParaRPr lang="nb-NO" dirty="0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12"/>
          </p:nvPr>
        </p:nvSpPr>
        <p:spPr>
          <a:xfrm>
            <a:off x="11555999" y="6318000"/>
            <a:ext cx="450000" cy="360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9E3B291-050D-4A82-B0A1-DB349FC61753}" type="slidenum">
              <a:rPr lang="nb-NO" smtClean="0"/>
              <a:pPr/>
              <a:t>‹#›</a:t>
            </a:fld>
            <a:endParaRPr lang="nb-NO" dirty="0"/>
          </a:p>
        </p:txBody>
      </p:sp>
      <p:sp>
        <p:nvSpPr>
          <p:cNvPr id="8" name="Plassholder for tekst 3"/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5932357"/>
            <a:ext cx="5181600" cy="244606"/>
          </a:xfrm>
        </p:spPr>
        <p:txBody>
          <a:bodyPr rIns="0">
            <a:normAutofit/>
          </a:bodyPr>
          <a:lstStyle>
            <a:lvl1pPr marL="0" indent="0" algn="r">
              <a:buNone/>
              <a:defRPr sz="1000" b="0" i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nb-NO" dirty="0"/>
              <a:t>Foto- / kildekreditering</a:t>
            </a:r>
          </a:p>
        </p:txBody>
      </p:sp>
      <p:sp>
        <p:nvSpPr>
          <p:cNvPr id="9" name="Plassholder for tekst 3"/>
          <p:cNvSpPr>
            <a:spLocks noGrp="1"/>
          </p:cNvSpPr>
          <p:nvPr>
            <p:ph type="body" sz="quarter" idx="16" hasCustomPrompt="1"/>
          </p:nvPr>
        </p:nvSpPr>
        <p:spPr>
          <a:xfrm>
            <a:off x="6172200" y="5932357"/>
            <a:ext cx="5181600" cy="244606"/>
          </a:xfrm>
        </p:spPr>
        <p:txBody>
          <a:bodyPr rIns="0">
            <a:normAutofit/>
          </a:bodyPr>
          <a:lstStyle>
            <a:lvl1pPr marL="0" indent="0" algn="r">
              <a:buNone/>
              <a:defRPr sz="1000" b="0" i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nb-NO" dirty="0"/>
              <a:t>Foto- /kildekreditering</a:t>
            </a:r>
          </a:p>
        </p:txBody>
      </p:sp>
    </p:spTree>
    <p:extLst>
      <p:ext uri="{BB962C8B-B14F-4D97-AF65-F5344CB8AC3E}">
        <p14:creationId xmlns:p14="http://schemas.microsoft.com/office/powerpoint/2010/main" val="914900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INNHOLDSDELER mørk bakgrun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 baseline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1pPr>
          </a:lstStyle>
          <a:p>
            <a:r>
              <a:rPr lang="nb-NO" dirty="0"/>
              <a:t>Klikk for å skrive tittel</a:t>
            </a:r>
          </a:p>
        </p:txBody>
      </p:sp>
      <p:sp>
        <p:nvSpPr>
          <p:cNvPr id="3" name="Plassholder for innhold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106732"/>
          </a:xfr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nb-NO" dirty="0"/>
              <a:t>Klikk for å legge til innhold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</p:txBody>
      </p:sp>
      <p:sp>
        <p:nvSpPr>
          <p:cNvPr id="4" name="Plassholder for innhold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106732"/>
          </a:xfr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nb-NO" dirty="0"/>
              <a:t>Klikk for å legge til innhold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</p:txBody>
      </p:sp>
      <p:sp>
        <p:nvSpPr>
          <p:cNvPr id="5" name="Plassholder for dato 4"/>
          <p:cNvSpPr>
            <a:spLocks noGrp="1"/>
          </p:cNvSpPr>
          <p:nvPr>
            <p:ph type="dt" sz="half" idx="10"/>
          </p:nvPr>
        </p:nvSpPr>
        <p:spPr>
          <a:xfrm>
            <a:off x="9846000" y="6318000"/>
            <a:ext cx="1620000" cy="360000"/>
          </a:xfrm>
          <a:prstGeom prst="rect">
            <a:avLst/>
          </a:prstGeom>
        </p:spPr>
        <p:txBody>
          <a:bodyPr/>
          <a:lstStyle>
            <a:lvl1pPr>
              <a:defRPr sz="1000" b="0" i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4B0A0B5-B540-40B8-84BE-138C8231A151}" type="datetime1">
              <a:rPr lang="nb-NO" smtClean="0"/>
              <a:t>02.07.2026</a:t>
            </a:fld>
            <a:endParaRPr lang="nb-NO" dirty="0"/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11"/>
          </p:nvPr>
        </p:nvSpPr>
        <p:spPr>
          <a:xfrm>
            <a:off x="2808000" y="6318000"/>
            <a:ext cx="7020000" cy="360000"/>
          </a:xfrm>
          <a:prstGeom prst="rect">
            <a:avLst/>
          </a:prstGeom>
        </p:spPr>
        <p:txBody>
          <a:bodyPr/>
          <a:lstStyle>
            <a:lvl1pPr>
              <a:defRPr sz="1000" b="0" i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nb-NO" dirty="0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12"/>
          </p:nvPr>
        </p:nvSpPr>
        <p:spPr>
          <a:xfrm>
            <a:off x="11556000" y="6318000"/>
            <a:ext cx="450000" cy="360000"/>
          </a:xfrm>
          <a:prstGeom prst="rect">
            <a:avLst/>
          </a:prstGeom>
        </p:spPr>
        <p:txBody>
          <a:bodyPr/>
          <a:lstStyle>
            <a:lvl1pPr>
              <a:defRPr sz="900" b="0" i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9E3B291-050D-4A82-B0A1-DB349FC61753}" type="slidenum">
              <a:rPr lang="nb-NO" smtClean="0"/>
              <a:pPr/>
              <a:t>‹#›</a:t>
            </a:fld>
            <a:endParaRPr lang="nb-NO" dirty="0"/>
          </a:p>
        </p:txBody>
      </p:sp>
      <p:sp>
        <p:nvSpPr>
          <p:cNvPr id="8" name="Plassholder for tekst 3"/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5932357"/>
            <a:ext cx="5181600" cy="244606"/>
          </a:xfrm>
        </p:spPr>
        <p:txBody>
          <a:bodyPr>
            <a:normAutofit/>
          </a:bodyPr>
          <a:lstStyle>
            <a:lvl1pPr marL="0" indent="0" algn="r">
              <a:buNone/>
              <a:defRPr sz="1000" b="0" i="0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 lvl="0"/>
            <a:r>
              <a:rPr lang="nb-NO" dirty="0"/>
              <a:t>Foto- / kildekreditering</a:t>
            </a:r>
          </a:p>
        </p:txBody>
      </p:sp>
      <p:sp>
        <p:nvSpPr>
          <p:cNvPr id="9" name="Plassholder for tekst 3"/>
          <p:cNvSpPr>
            <a:spLocks noGrp="1"/>
          </p:cNvSpPr>
          <p:nvPr>
            <p:ph type="body" sz="quarter" idx="16" hasCustomPrompt="1"/>
          </p:nvPr>
        </p:nvSpPr>
        <p:spPr>
          <a:xfrm>
            <a:off x="6172200" y="5932357"/>
            <a:ext cx="5181600" cy="244606"/>
          </a:xfrm>
        </p:spPr>
        <p:txBody>
          <a:bodyPr>
            <a:normAutofit/>
          </a:bodyPr>
          <a:lstStyle>
            <a:lvl1pPr marL="0" indent="0" algn="r">
              <a:buNone/>
              <a:defRPr sz="1000" b="0" i="0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 lvl="0"/>
            <a:r>
              <a:rPr lang="nb-NO" dirty="0"/>
              <a:t>Foto- / kildekreditering</a:t>
            </a:r>
          </a:p>
        </p:txBody>
      </p:sp>
      <p:pic>
        <p:nvPicPr>
          <p:cNvPr id="10" name="Bilde 3">
            <a:extLst>
              <a:ext uri="{FF2B5EF4-FFF2-40B4-BE49-F238E27FC236}">
                <a16:creationId xmlns:a16="http://schemas.microsoft.com/office/drawing/2014/main" id="{3B17129E-76F1-7E5C-D1B9-3FA817AFBD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60000" y="6282000"/>
            <a:ext cx="1657674" cy="43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20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NNHOLDSDELER  lys bakgrunn">
    <p:bg>
      <p:bgPr>
        <a:solidFill>
          <a:schemeClr val="accent6">
            <a:lumMod val="20000"/>
            <a:lumOff val="80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nb-NO" dirty="0"/>
              <a:t>Klikk for legge inn tittel</a:t>
            </a:r>
          </a:p>
        </p:txBody>
      </p:sp>
      <p:sp>
        <p:nvSpPr>
          <p:cNvPr id="3" name="Plassholder for dato 2"/>
          <p:cNvSpPr>
            <a:spLocks noGrp="1"/>
          </p:cNvSpPr>
          <p:nvPr>
            <p:ph type="dt" sz="half" idx="10"/>
          </p:nvPr>
        </p:nvSpPr>
        <p:spPr>
          <a:xfrm>
            <a:off x="9846000" y="6318000"/>
            <a:ext cx="1620000" cy="360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57E4B854-430A-4F1A-A566-57CEBB1BA05F}" type="datetime1">
              <a:rPr lang="nb-NO" smtClean="0"/>
              <a:t>02.07.2026</a:t>
            </a:fld>
            <a:endParaRPr lang="nb-NO" dirty="0"/>
          </a:p>
        </p:txBody>
      </p:sp>
      <p:sp>
        <p:nvSpPr>
          <p:cNvPr id="4" name="Plassholder for bunntekst 3"/>
          <p:cNvSpPr>
            <a:spLocks noGrp="1"/>
          </p:cNvSpPr>
          <p:nvPr>
            <p:ph type="ftr" sz="quarter" idx="11"/>
          </p:nvPr>
        </p:nvSpPr>
        <p:spPr>
          <a:xfrm>
            <a:off x="2808000" y="6318000"/>
            <a:ext cx="7020000" cy="360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endParaRPr lang="nb-NO" dirty="0"/>
          </a:p>
        </p:txBody>
      </p:sp>
      <p:sp>
        <p:nvSpPr>
          <p:cNvPr id="5" name="Plassholder for lysbildenummer 4"/>
          <p:cNvSpPr>
            <a:spLocks noGrp="1"/>
          </p:cNvSpPr>
          <p:nvPr>
            <p:ph type="sldNum" sz="quarter" idx="12"/>
          </p:nvPr>
        </p:nvSpPr>
        <p:spPr>
          <a:xfrm>
            <a:off x="11555999" y="6317999"/>
            <a:ext cx="450000" cy="360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9E3B291-050D-4A82-B0A1-DB349FC61753}" type="slidenum">
              <a:rPr lang="nb-NO" smtClean="0"/>
              <a:pPr/>
              <a:t>‹#›</a:t>
            </a:fld>
            <a:endParaRPr lang="nb-NO" dirty="0"/>
          </a:p>
        </p:txBody>
      </p:sp>
      <p:sp>
        <p:nvSpPr>
          <p:cNvPr id="6" name="Plassholder for innhold 2"/>
          <p:cNvSpPr>
            <a:spLocks noGrp="1"/>
          </p:cNvSpPr>
          <p:nvPr>
            <p:ph sz="half" idx="1" hasCustomPrompt="1"/>
          </p:nvPr>
        </p:nvSpPr>
        <p:spPr>
          <a:xfrm>
            <a:off x="838200" y="1821516"/>
            <a:ext cx="3456000" cy="411084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0" i="0"/>
            </a:lvl1pPr>
          </a:lstStyle>
          <a:p>
            <a:pPr lvl="0"/>
            <a:r>
              <a:rPr lang="nb-NO" dirty="0"/>
              <a:t>Klikk for å legge til innhold</a:t>
            </a:r>
          </a:p>
        </p:txBody>
      </p:sp>
      <p:sp>
        <p:nvSpPr>
          <p:cNvPr id="7" name="Plassholder for innhold 3"/>
          <p:cNvSpPr>
            <a:spLocks noGrp="1"/>
          </p:cNvSpPr>
          <p:nvPr>
            <p:ph sz="half" idx="2" hasCustomPrompt="1"/>
          </p:nvPr>
        </p:nvSpPr>
        <p:spPr>
          <a:xfrm>
            <a:off x="4405324" y="1821516"/>
            <a:ext cx="3456000" cy="411084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0" i="0"/>
            </a:lvl1pPr>
          </a:lstStyle>
          <a:p>
            <a:pPr lvl="0"/>
            <a:r>
              <a:rPr lang="nb-NO" dirty="0"/>
              <a:t>Klikk for å legge til innhold</a:t>
            </a:r>
          </a:p>
        </p:txBody>
      </p:sp>
      <p:sp>
        <p:nvSpPr>
          <p:cNvPr id="8" name="Plassholder for innhold 3"/>
          <p:cNvSpPr>
            <a:spLocks noGrp="1"/>
          </p:cNvSpPr>
          <p:nvPr>
            <p:ph sz="half" idx="13" hasCustomPrompt="1"/>
          </p:nvPr>
        </p:nvSpPr>
        <p:spPr>
          <a:xfrm>
            <a:off x="7985256" y="1821516"/>
            <a:ext cx="3456000" cy="411084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0" i="0"/>
            </a:lvl1pPr>
          </a:lstStyle>
          <a:p>
            <a:pPr lvl="0"/>
            <a:r>
              <a:rPr lang="nb-NO" dirty="0"/>
              <a:t>Klikk for å legge til innhold</a:t>
            </a:r>
          </a:p>
        </p:txBody>
      </p:sp>
      <p:sp>
        <p:nvSpPr>
          <p:cNvPr id="9" name="Plassholder for tekst 3"/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5932357"/>
            <a:ext cx="3456000" cy="244606"/>
          </a:xfrm>
        </p:spPr>
        <p:txBody>
          <a:bodyPr rIns="0">
            <a:normAutofit/>
          </a:bodyPr>
          <a:lstStyle>
            <a:lvl1pPr marL="0" indent="0" algn="r">
              <a:buNone/>
              <a:defRPr sz="1000" b="0" i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nb-NO" dirty="0"/>
              <a:t>Foto- / kildekreditering</a:t>
            </a:r>
          </a:p>
        </p:txBody>
      </p:sp>
      <p:sp>
        <p:nvSpPr>
          <p:cNvPr id="10" name="Plassholder for tekst 3"/>
          <p:cNvSpPr>
            <a:spLocks noGrp="1"/>
          </p:cNvSpPr>
          <p:nvPr>
            <p:ph type="body" sz="quarter" idx="16" hasCustomPrompt="1"/>
          </p:nvPr>
        </p:nvSpPr>
        <p:spPr>
          <a:xfrm>
            <a:off x="4405324" y="5932357"/>
            <a:ext cx="3456000" cy="244606"/>
          </a:xfrm>
        </p:spPr>
        <p:txBody>
          <a:bodyPr rIns="0">
            <a:normAutofit/>
          </a:bodyPr>
          <a:lstStyle>
            <a:lvl1pPr marL="0" indent="0" algn="r">
              <a:buNone/>
              <a:defRPr sz="1000" b="0" i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nb-NO" dirty="0"/>
              <a:t>Foto- / kildekreditering</a:t>
            </a:r>
          </a:p>
        </p:txBody>
      </p:sp>
      <p:sp>
        <p:nvSpPr>
          <p:cNvPr id="11" name="Plassholder for tekst 3"/>
          <p:cNvSpPr>
            <a:spLocks noGrp="1"/>
          </p:cNvSpPr>
          <p:nvPr>
            <p:ph type="body" sz="quarter" idx="17" hasCustomPrompt="1"/>
          </p:nvPr>
        </p:nvSpPr>
        <p:spPr>
          <a:xfrm>
            <a:off x="7990920" y="5932357"/>
            <a:ext cx="3456000" cy="244606"/>
          </a:xfrm>
        </p:spPr>
        <p:txBody>
          <a:bodyPr rIns="0">
            <a:normAutofit/>
          </a:bodyPr>
          <a:lstStyle>
            <a:lvl1pPr marL="0" indent="0" algn="r">
              <a:buNone/>
              <a:defRPr sz="1000" b="0" i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nb-NO" dirty="0"/>
              <a:t>Foto- / kildekreditering</a:t>
            </a:r>
          </a:p>
        </p:txBody>
      </p:sp>
    </p:spTree>
    <p:extLst>
      <p:ext uri="{BB962C8B-B14F-4D97-AF65-F5344CB8AC3E}">
        <p14:creationId xmlns:p14="http://schemas.microsoft.com/office/powerpoint/2010/main" val="2782341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INNHOLDSDELER mørk bakgrun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nb-NO" dirty="0"/>
              <a:t>Klikk for legge inn tittel</a:t>
            </a:r>
          </a:p>
        </p:txBody>
      </p:sp>
      <p:sp>
        <p:nvSpPr>
          <p:cNvPr id="3" name="Plassholder for dato 2"/>
          <p:cNvSpPr>
            <a:spLocks noGrp="1"/>
          </p:cNvSpPr>
          <p:nvPr>
            <p:ph type="dt" sz="half" idx="10"/>
          </p:nvPr>
        </p:nvSpPr>
        <p:spPr>
          <a:xfrm>
            <a:off x="9846000" y="6318000"/>
            <a:ext cx="1620000" cy="360000"/>
          </a:xfrm>
          <a:prstGeom prst="rect">
            <a:avLst/>
          </a:prstGeom>
        </p:spPr>
        <p:txBody>
          <a:bodyPr/>
          <a:lstStyle>
            <a:lvl1pPr>
              <a:defRPr sz="1000" b="0" i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fld id="{70165D5E-09A4-49EF-9E26-BCC34A53D6AA}" type="datetime1">
              <a:rPr lang="nb-NO" smtClean="0"/>
              <a:t>02.07.2026</a:t>
            </a:fld>
            <a:endParaRPr lang="nb-NO" dirty="0"/>
          </a:p>
        </p:txBody>
      </p:sp>
      <p:sp>
        <p:nvSpPr>
          <p:cNvPr id="4" name="Plassholder for bunntekst 3"/>
          <p:cNvSpPr>
            <a:spLocks noGrp="1"/>
          </p:cNvSpPr>
          <p:nvPr>
            <p:ph type="ftr" sz="quarter" idx="11"/>
          </p:nvPr>
        </p:nvSpPr>
        <p:spPr>
          <a:xfrm>
            <a:off x="2808000" y="6318000"/>
            <a:ext cx="7020000" cy="360000"/>
          </a:xfrm>
          <a:prstGeom prst="rect">
            <a:avLst/>
          </a:prstGeom>
        </p:spPr>
        <p:txBody>
          <a:bodyPr/>
          <a:lstStyle>
            <a:lvl1pPr>
              <a:defRPr sz="1000" b="0" i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endParaRPr lang="nb-NO" dirty="0"/>
          </a:p>
        </p:txBody>
      </p:sp>
      <p:sp>
        <p:nvSpPr>
          <p:cNvPr id="5" name="Plassholder for lysbildenummer 4"/>
          <p:cNvSpPr>
            <a:spLocks noGrp="1"/>
          </p:cNvSpPr>
          <p:nvPr>
            <p:ph type="sldNum" sz="quarter" idx="12"/>
          </p:nvPr>
        </p:nvSpPr>
        <p:spPr>
          <a:xfrm>
            <a:off x="11556000" y="6318000"/>
            <a:ext cx="450000" cy="360000"/>
          </a:xfrm>
          <a:prstGeom prst="rect">
            <a:avLst/>
          </a:prstGeom>
        </p:spPr>
        <p:txBody>
          <a:bodyPr/>
          <a:lstStyle>
            <a:lvl1pPr>
              <a:defRPr sz="1000" b="0" i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fld id="{29E3B291-050D-4A82-B0A1-DB349FC61753}" type="slidenum">
              <a:rPr lang="nb-NO" smtClean="0"/>
              <a:pPr/>
              <a:t>‹#›</a:t>
            </a:fld>
            <a:endParaRPr lang="nb-NO" dirty="0"/>
          </a:p>
        </p:txBody>
      </p:sp>
      <p:sp>
        <p:nvSpPr>
          <p:cNvPr id="6" name="Plassholder for innhold 2"/>
          <p:cNvSpPr>
            <a:spLocks noGrp="1"/>
          </p:cNvSpPr>
          <p:nvPr>
            <p:ph sz="half" idx="1" hasCustomPrompt="1"/>
          </p:nvPr>
        </p:nvSpPr>
        <p:spPr>
          <a:xfrm>
            <a:off x="838200" y="1821516"/>
            <a:ext cx="3456000" cy="396861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0" i="0"/>
            </a:lvl1pPr>
          </a:lstStyle>
          <a:p>
            <a:pPr lvl="0"/>
            <a:r>
              <a:rPr lang="nb-NO" dirty="0"/>
              <a:t>Klikk for å legge til innhold</a:t>
            </a:r>
          </a:p>
        </p:txBody>
      </p:sp>
      <p:sp>
        <p:nvSpPr>
          <p:cNvPr id="7" name="Plassholder for innhold 3"/>
          <p:cNvSpPr>
            <a:spLocks noGrp="1"/>
          </p:cNvSpPr>
          <p:nvPr>
            <p:ph sz="half" idx="2" hasCustomPrompt="1"/>
          </p:nvPr>
        </p:nvSpPr>
        <p:spPr>
          <a:xfrm>
            <a:off x="4405324" y="1821516"/>
            <a:ext cx="3456000" cy="396861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0" i="0"/>
            </a:lvl1pPr>
          </a:lstStyle>
          <a:p>
            <a:pPr lvl="0"/>
            <a:r>
              <a:rPr lang="nb-NO" dirty="0"/>
              <a:t>Klikk for å legge til innhold</a:t>
            </a:r>
          </a:p>
        </p:txBody>
      </p:sp>
      <p:sp>
        <p:nvSpPr>
          <p:cNvPr id="8" name="Plassholder for innhold 3"/>
          <p:cNvSpPr>
            <a:spLocks noGrp="1"/>
          </p:cNvSpPr>
          <p:nvPr>
            <p:ph sz="half" idx="13" hasCustomPrompt="1"/>
          </p:nvPr>
        </p:nvSpPr>
        <p:spPr>
          <a:xfrm>
            <a:off x="7985256" y="1821516"/>
            <a:ext cx="3456000" cy="396861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0" i="0"/>
            </a:lvl1pPr>
          </a:lstStyle>
          <a:p>
            <a:pPr lvl="0"/>
            <a:r>
              <a:rPr lang="nb-NO" dirty="0"/>
              <a:t>Klikk for å legge til innhold</a:t>
            </a:r>
          </a:p>
        </p:txBody>
      </p:sp>
      <p:sp>
        <p:nvSpPr>
          <p:cNvPr id="9" name="Plassholder for tekst 3"/>
          <p:cNvSpPr>
            <a:spLocks noGrp="1"/>
          </p:cNvSpPr>
          <p:nvPr>
            <p:ph type="body" sz="quarter" idx="15" hasCustomPrompt="1"/>
          </p:nvPr>
        </p:nvSpPr>
        <p:spPr>
          <a:xfrm>
            <a:off x="7985256" y="5790135"/>
            <a:ext cx="3456000" cy="244606"/>
          </a:xfrm>
        </p:spPr>
        <p:txBody>
          <a:bodyPr rIns="0">
            <a:normAutofit/>
          </a:bodyPr>
          <a:lstStyle>
            <a:lvl1pPr marL="0" indent="0" algn="r">
              <a:buNone/>
              <a:defRPr sz="1000" b="0" i="0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 lvl="0"/>
            <a:r>
              <a:rPr lang="nb-NO" dirty="0"/>
              <a:t>Foto: © Navn på fotograf og bildebyrå</a:t>
            </a:r>
          </a:p>
        </p:txBody>
      </p:sp>
      <p:sp>
        <p:nvSpPr>
          <p:cNvPr id="11" name="Plassholder for tekst 3"/>
          <p:cNvSpPr>
            <a:spLocks noGrp="1"/>
          </p:cNvSpPr>
          <p:nvPr>
            <p:ph type="body" sz="quarter" idx="16" hasCustomPrompt="1"/>
          </p:nvPr>
        </p:nvSpPr>
        <p:spPr>
          <a:xfrm>
            <a:off x="4405324" y="5790135"/>
            <a:ext cx="3456000" cy="244606"/>
          </a:xfrm>
        </p:spPr>
        <p:txBody>
          <a:bodyPr rIns="0">
            <a:normAutofit/>
          </a:bodyPr>
          <a:lstStyle>
            <a:lvl1pPr marL="0" indent="0" algn="r">
              <a:buNone/>
              <a:defRPr sz="1000" b="0" i="0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 lvl="0"/>
            <a:r>
              <a:rPr lang="nb-NO" dirty="0"/>
              <a:t>Foto: © Navn på fotograf og bildebyrå</a:t>
            </a:r>
          </a:p>
        </p:txBody>
      </p:sp>
      <p:sp>
        <p:nvSpPr>
          <p:cNvPr id="12" name="Plassholder for tekst 3"/>
          <p:cNvSpPr>
            <a:spLocks noGrp="1"/>
          </p:cNvSpPr>
          <p:nvPr>
            <p:ph type="body" sz="quarter" idx="17" hasCustomPrompt="1"/>
          </p:nvPr>
        </p:nvSpPr>
        <p:spPr>
          <a:xfrm>
            <a:off x="831796" y="5790135"/>
            <a:ext cx="3456000" cy="244606"/>
          </a:xfrm>
        </p:spPr>
        <p:txBody>
          <a:bodyPr rIns="0">
            <a:normAutofit/>
          </a:bodyPr>
          <a:lstStyle>
            <a:lvl1pPr marL="0" indent="0" algn="r">
              <a:buNone/>
              <a:defRPr sz="1000" b="0" i="0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 lvl="0"/>
            <a:r>
              <a:rPr lang="nb-NO" dirty="0"/>
              <a:t>Foto: © Navn på fotograf og bildebyrå</a:t>
            </a:r>
          </a:p>
        </p:txBody>
      </p:sp>
      <p:pic>
        <p:nvPicPr>
          <p:cNvPr id="10" name="Bilde 3">
            <a:extLst>
              <a:ext uri="{FF2B5EF4-FFF2-40B4-BE49-F238E27FC236}">
                <a16:creationId xmlns:a16="http://schemas.microsoft.com/office/drawing/2014/main" id="{FAF77883-E59A-AF2E-179E-0055FD6B0A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60000" y="6282000"/>
            <a:ext cx="1657674" cy="43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651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NNHOLDSDELER MED IKON lys bakgrun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 hasCustomPrompt="1"/>
          </p:nvPr>
        </p:nvSpPr>
        <p:spPr/>
        <p:txBody>
          <a:bodyPr lIns="0" tIns="0" rIns="0" bIns="0"/>
          <a:lstStyle>
            <a:lvl1pPr>
              <a:defRPr b="0" i="0"/>
            </a:lvl1pPr>
          </a:lstStyle>
          <a:p>
            <a:r>
              <a:rPr lang="nb-NO" dirty="0"/>
              <a:t>Klikk for legge inn tittel</a:t>
            </a:r>
          </a:p>
        </p:txBody>
      </p:sp>
      <p:sp>
        <p:nvSpPr>
          <p:cNvPr id="3" name="Plassholder for dato 2"/>
          <p:cNvSpPr>
            <a:spLocks noGrp="1"/>
          </p:cNvSpPr>
          <p:nvPr>
            <p:ph type="dt" sz="half" idx="10"/>
          </p:nvPr>
        </p:nvSpPr>
        <p:spPr>
          <a:xfrm>
            <a:off x="9846000" y="6318000"/>
            <a:ext cx="1620000" cy="360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55663245-A865-4572-9E3F-CCAF9834A7EF}" type="datetime1">
              <a:rPr lang="nb-NO" smtClean="0">
                <a:solidFill>
                  <a:prstClr val="black">
                    <a:lumMod val="50000"/>
                    <a:lumOff val="50000"/>
                  </a:prstClr>
                </a:solidFill>
              </a:rPr>
              <a:t>02.07.2026</a:t>
            </a:fld>
            <a:endParaRPr lang="nb-NO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Plassholder for bunntekst 3"/>
          <p:cNvSpPr>
            <a:spLocks noGrp="1"/>
          </p:cNvSpPr>
          <p:nvPr>
            <p:ph type="ftr" sz="quarter" idx="11"/>
          </p:nvPr>
        </p:nvSpPr>
        <p:spPr>
          <a:xfrm>
            <a:off x="2808000" y="6318000"/>
            <a:ext cx="7020000" cy="360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pPr>
              <a:defRPr/>
            </a:pPr>
            <a:endParaRPr lang="nb-NO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Plassholder for lysbildenummer 4"/>
          <p:cNvSpPr>
            <a:spLocks noGrp="1"/>
          </p:cNvSpPr>
          <p:nvPr>
            <p:ph type="sldNum" sz="quarter" idx="12"/>
          </p:nvPr>
        </p:nvSpPr>
        <p:spPr>
          <a:xfrm>
            <a:off x="11555999" y="6317999"/>
            <a:ext cx="450000" cy="360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pPr>
              <a:defRPr/>
            </a:pPr>
            <a:fld id="{29E3B291-050D-4A82-B0A1-DB349FC61753}" type="slidenum">
              <a:rPr lang="nb-NO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nb-NO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4C522BBA-C6D9-547E-7696-47A57BBC579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38200" y="2208893"/>
            <a:ext cx="1016876" cy="996761"/>
          </a:xfrm>
          <a:solidFill>
            <a:schemeClr val="bg2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000" b="0" i="0"/>
            </a:lvl1pPr>
          </a:lstStyle>
          <a:p>
            <a:r>
              <a:rPr lang="en-NO" dirty="0"/>
              <a:t>Klikk for å legge til ikon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9B297596-0636-AC6F-E00A-46B37C4A155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8199" y="3428999"/>
            <a:ext cx="3183759" cy="427719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 err="1"/>
              <a:t>Undertittel</a:t>
            </a:r>
            <a:endParaRPr lang="en-NO" dirty="0"/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A46B4759-F396-5FF3-A9BE-ED7A8344E89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8199" y="3879979"/>
            <a:ext cx="3183759" cy="1998307"/>
          </a:xfrm>
        </p:spPr>
        <p:txBody>
          <a:bodyPr lIns="0" tIns="0" rIns="0" bIns="0">
            <a:normAutofit/>
          </a:bodyPr>
          <a:lstStyle>
            <a:lvl1pPr>
              <a:lnSpc>
                <a:spcPct val="100000"/>
              </a:lnSpc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 err="1"/>
              <a:t>Klikk</a:t>
            </a:r>
            <a:r>
              <a:rPr lang="en-GB" dirty="0"/>
              <a:t> for </a:t>
            </a:r>
            <a:r>
              <a:rPr lang="en-GB" dirty="0" err="1"/>
              <a:t>å</a:t>
            </a:r>
            <a:r>
              <a:rPr lang="en-GB" dirty="0"/>
              <a:t> </a:t>
            </a:r>
            <a:r>
              <a:rPr lang="en-GB" dirty="0" err="1"/>
              <a:t>legge</a:t>
            </a:r>
            <a:r>
              <a:rPr lang="en-GB" dirty="0"/>
              <a:t> </a:t>
            </a:r>
            <a:r>
              <a:rPr lang="en-GB" dirty="0" err="1"/>
              <a:t>til</a:t>
            </a:r>
            <a:r>
              <a:rPr lang="en-GB" dirty="0"/>
              <a:t> </a:t>
            </a:r>
            <a:r>
              <a:rPr lang="en-GB" dirty="0" err="1"/>
              <a:t>tekst</a:t>
            </a:r>
            <a:endParaRPr lang="en-NO" dirty="0"/>
          </a:p>
        </p:txBody>
      </p:sp>
      <p:sp>
        <p:nvSpPr>
          <p:cNvPr id="31" name="Picture Placeholder 20">
            <a:extLst>
              <a:ext uri="{FF2B5EF4-FFF2-40B4-BE49-F238E27FC236}">
                <a16:creationId xmlns:a16="http://schemas.microsoft.com/office/drawing/2014/main" id="{3CDFF716-FFC7-BCF2-0292-626C1A8DAB8A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459018" y="2208893"/>
            <a:ext cx="1016876" cy="996761"/>
          </a:xfrm>
          <a:solidFill>
            <a:schemeClr val="bg2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000" b="0" i="0"/>
            </a:lvl1pPr>
          </a:lstStyle>
          <a:p>
            <a:r>
              <a:rPr lang="en-NO" dirty="0"/>
              <a:t>Klikk for å legge til ikon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E84AA096-79D4-1757-4E0C-9CC47F8F507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59017" y="3428999"/>
            <a:ext cx="3183759" cy="427720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 err="1"/>
              <a:t>Undertittel</a:t>
            </a:r>
            <a:endParaRPr lang="en-NO" dirty="0"/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62272173-3530-44FD-DEF8-1F9D98A1D3A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59017" y="3879979"/>
            <a:ext cx="3183759" cy="1998307"/>
          </a:xfrm>
        </p:spPr>
        <p:txBody>
          <a:bodyPr lIns="0" tIns="0" rIns="0" bIns="0">
            <a:normAutofit/>
          </a:bodyPr>
          <a:lstStyle>
            <a:lvl1pPr>
              <a:lnSpc>
                <a:spcPct val="100000"/>
              </a:lnSpc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 err="1"/>
              <a:t>Klikk</a:t>
            </a:r>
            <a:r>
              <a:rPr lang="en-GB" dirty="0"/>
              <a:t> for </a:t>
            </a:r>
            <a:r>
              <a:rPr lang="en-GB" dirty="0" err="1"/>
              <a:t>å</a:t>
            </a:r>
            <a:r>
              <a:rPr lang="en-GB" dirty="0"/>
              <a:t> </a:t>
            </a:r>
            <a:r>
              <a:rPr lang="en-GB" dirty="0" err="1"/>
              <a:t>legge</a:t>
            </a:r>
            <a:r>
              <a:rPr lang="en-GB" dirty="0"/>
              <a:t> </a:t>
            </a:r>
            <a:r>
              <a:rPr lang="en-GB" dirty="0" err="1"/>
              <a:t>til</a:t>
            </a:r>
            <a:r>
              <a:rPr lang="en-GB" dirty="0"/>
              <a:t> </a:t>
            </a:r>
            <a:r>
              <a:rPr lang="en-GB" dirty="0" err="1"/>
              <a:t>tekst</a:t>
            </a:r>
            <a:endParaRPr lang="en-NO" dirty="0"/>
          </a:p>
        </p:txBody>
      </p:sp>
      <p:sp>
        <p:nvSpPr>
          <p:cNvPr id="34" name="Picture Placeholder 20">
            <a:extLst>
              <a:ext uri="{FF2B5EF4-FFF2-40B4-BE49-F238E27FC236}">
                <a16:creationId xmlns:a16="http://schemas.microsoft.com/office/drawing/2014/main" id="{D59DA641-0AFE-B78E-24A0-15C2BBB2EF61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043042" y="2208893"/>
            <a:ext cx="1016876" cy="996761"/>
          </a:xfrm>
          <a:solidFill>
            <a:schemeClr val="bg2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000" b="0" i="0"/>
            </a:lvl1pPr>
          </a:lstStyle>
          <a:p>
            <a:r>
              <a:rPr lang="en-NO" dirty="0"/>
              <a:t>Klikk for å legge til ikon</a:t>
            </a:r>
          </a:p>
        </p:txBody>
      </p:sp>
      <p:sp>
        <p:nvSpPr>
          <p:cNvPr id="35" name="Text Placeholder 22">
            <a:extLst>
              <a:ext uri="{FF2B5EF4-FFF2-40B4-BE49-F238E27FC236}">
                <a16:creationId xmlns:a16="http://schemas.microsoft.com/office/drawing/2014/main" id="{FB86CA64-09CC-FE72-8A6D-5783EE1463A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43041" y="3428999"/>
            <a:ext cx="3183759" cy="427719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 err="1"/>
              <a:t>Undertittel</a:t>
            </a:r>
            <a:endParaRPr lang="en-NO" dirty="0"/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E7603327-9A13-B777-D36B-0E81E21C7D1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43041" y="3879979"/>
            <a:ext cx="3183759" cy="1998307"/>
          </a:xfrm>
        </p:spPr>
        <p:txBody>
          <a:bodyPr lIns="0" tIns="0" rIns="0" bIns="0">
            <a:normAutofit/>
          </a:bodyPr>
          <a:lstStyle>
            <a:lvl1pPr>
              <a:lnSpc>
                <a:spcPct val="100000"/>
              </a:lnSpc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 err="1"/>
              <a:t>Klikk</a:t>
            </a:r>
            <a:r>
              <a:rPr lang="en-GB" dirty="0"/>
              <a:t> for </a:t>
            </a:r>
            <a:r>
              <a:rPr lang="en-GB" dirty="0" err="1"/>
              <a:t>å</a:t>
            </a:r>
            <a:r>
              <a:rPr lang="en-GB" dirty="0"/>
              <a:t> </a:t>
            </a:r>
            <a:r>
              <a:rPr lang="en-GB" dirty="0" err="1"/>
              <a:t>legge</a:t>
            </a:r>
            <a:r>
              <a:rPr lang="en-GB" dirty="0"/>
              <a:t> </a:t>
            </a:r>
            <a:r>
              <a:rPr lang="en-GB" dirty="0" err="1"/>
              <a:t>til</a:t>
            </a:r>
            <a:r>
              <a:rPr lang="en-GB" dirty="0"/>
              <a:t> </a:t>
            </a:r>
            <a:r>
              <a:rPr lang="en-GB" dirty="0" err="1"/>
              <a:t>tekst</a:t>
            </a:r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2691821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INNHOLDSDELER MED IKON mørk bakgrun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ssholder for dato 2"/>
          <p:cNvSpPr>
            <a:spLocks noGrp="1"/>
          </p:cNvSpPr>
          <p:nvPr>
            <p:ph type="dt" sz="half" idx="10"/>
          </p:nvPr>
        </p:nvSpPr>
        <p:spPr>
          <a:xfrm>
            <a:off x="9846000" y="6318000"/>
            <a:ext cx="1620000" cy="360000"/>
          </a:xfrm>
          <a:prstGeom prst="rect">
            <a:avLst/>
          </a:prstGeom>
        </p:spPr>
        <p:txBody>
          <a:bodyPr/>
          <a:lstStyle>
            <a:lvl1pPr>
              <a:defRPr sz="1000" b="0" i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fld id="{066A26D9-EFB1-4A39-89FE-EEE89BF7B376}" type="datetime1">
              <a:rPr lang="nb-NO" smtClean="0"/>
              <a:t>02.07.2026</a:t>
            </a:fld>
            <a:endParaRPr lang="nb-NO" dirty="0"/>
          </a:p>
        </p:txBody>
      </p:sp>
      <p:sp>
        <p:nvSpPr>
          <p:cNvPr id="4" name="Plassholder for bunntekst 3"/>
          <p:cNvSpPr>
            <a:spLocks noGrp="1"/>
          </p:cNvSpPr>
          <p:nvPr>
            <p:ph type="ftr" sz="quarter" idx="11"/>
          </p:nvPr>
        </p:nvSpPr>
        <p:spPr>
          <a:xfrm>
            <a:off x="2808000" y="6318000"/>
            <a:ext cx="7020000" cy="360000"/>
          </a:xfrm>
          <a:prstGeom prst="rect">
            <a:avLst/>
          </a:prstGeom>
        </p:spPr>
        <p:txBody>
          <a:bodyPr/>
          <a:lstStyle>
            <a:lvl1pPr>
              <a:defRPr sz="1000" b="0" i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endParaRPr lang="nb-NO" dirty="0"/>
          </a:p>
        </p:txBody>
      </p:sp>
      <p:sp>
        <p:nvSpPr>
          <p:cNvPr id="5" name="Plassholder for lysbildenummer 4"/>
          <p:cNvSpPr>
            <a:spLocks noGrp="1"/>
          </p:cNvSpPr>
          <p:nvPr>
            <p:ph type="sldNum" sz="quarter" idx="12"/>
          </p:nvPr>
        </p:nvSpPr>
        <p:spPr>
          <a:xfrm>
            <a:off x="11556000" y="6318000"/>
            <a:ext cx="450000" cy="360000"/>
          </a:xfrm>
          <a:prstGeom prst="rect">
            <a:avLst/>
          </a:prstGeom>
        </p:spPr>
        <p:txBody>
          <a:bodyPr/>
          <a:lstStyle>
            <a:lvl1pPr>
              <a:defRPr sz="1000" b="0" i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fld id="{29E3B291-050D-4A82-B0A1-DB349FC61753}" type="slidenum">
              <a:rPr lang="nb-NO" smtClean="0"/>
              <a:pPr/>
              <a:t>‹#›</a:t>
            </a:fld>
            <a:endParaRPr lang="nb-NO" dirty="0"/>
          </a:p>
        </p:txBody>
      </p:sp>
      <p:pic>
        <p:nvPicPr>
          <p:cNvPr id="10" name="Bilde 3">
            <a:extLst>
              <a:ext uri="{FF2B5EF4-FFF2-40B4-BE49-F238E27FC236}">
                <a16:creationId xmlns:a16="http://schemas.microsoft.com/office/drawing/2014/main" id="{FAF77883-E59A-AF2E-179E-0055FD6B0A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60000" y="6282000"/>
            <a:ext cx="1657674" cy="431999"/>
          </a:xfrm>
          <a:prstGeom prst="rect">
            <a:avLst/>
          </a:prstGeom>
        </p:spPr>
      </p:pic>
      <p:sp>
        <p:nvSpPr>
          <p:cNvPr id="14" name="Tittel 1">
            <a:extLst>
              <a:ext uri="{FF2B5EF4-FFF2-40B4-BE49-F238E27FC236}">
                <a16:creationId xmlns:a16="http://schemas.microsoft.com/office/drawing/2014/main" id="{C18D4112-11A8-14BA-829B-869739596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9000000" cy="1325563"/>
          </a:xfrm>
        </p:spPr>
        <p:txBody>
          <a:bodyPr lIns="0" tIns="0" rIns="0" bIns="0"/>
          <a:lstStyle>
            <a:lvl1pPr>
              <a:defRPr b="0" i="0"/>
            </a:lvl1pPr>
          </a:lstStyle>
          <a:p>
            <a:r>
              <a:rPr lang="nb-NO" dirty="0"/>
              <a:t>Klikk for legge inn tittel</a:t>
            </a:r>
          </a:p>
        </p:txBody>
      </p:sp>
      <p:sp>
        <p:nvSpPr>
          <p:cNvPr id="26" name="Picture Placeholder 20">
            <a:extLst>
              <a:ext uri="{FF2B5EF4-FFF2-40B4-BE49-F238E27FC236}">
                <a16:creationId xmlns:a16="http://schemas.microsoft.com/office/drawing/2014/main" id="{D5F6C78E-0D7F-6FCE-6BBE-E244369000E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38200" y="2208893"/>
            <a:ext cx="1016876" cy="996761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000" b="0" i="0"/>
            </a:lvl1pPr>
          </a:lstStyle>
          <a:p>
            <a:r>
              <a:rPr lang="en-NO" dirty="0"/>
              <a:t>Klikk for å legge til ikon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E26D4D19-C051-DD96-8E4D-6696093084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8199" y="3428999"/>
            <a:ext cx="3183759" cy="427719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 err="1"/>
              <a:t>Undertittel</a:t>
            </a:r>
            <a:endParaRPr lang="en-NO" dirty="0"/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BB58C13-7E76-5993-04ED-CED7F9714DE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8199" y="3879979"/>
            <a:ext cx="3183759" cy="1998307"/>
          </a:xfrm>
        </p:spPr>
        <p:txBody>
          <a:bodyPr lIns="0" tIns="0" rIns="0" bIns="0">
            <a:normAutofit/>
          </a:bodyPr>
          <a:lstStyle>
            <a:lvl1pPr>
              <a:lnSpc>
                <a:spcPct val="100000"/>
              </a:lnSpc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 err="1"/>
              <a:t>Klikk</a:t>
            </a:r>
            <a:r>
              <a:rPr lang="en-GB" dirty="0"/>
              <a:t> for </a:t>
            </a:r>
            <a:r>
              <a:rPr lang="en-GB" dirty="0" err="1"/>
              <a:t>å</a:t>
            </a:r>
            <a:r>
              <a:rPr lang="en-GB" dirty="0"/>
              <a:t> </a:t>
            </a:r>
            <a:r>
              <a:rPr lang="en-GB" dirty="0" err="1"/>
              <a:t>legge</a:t>
            </a:r>
            <a:r>
              <a:rPr lang="en-GB" dirty="0"/>
              <a:t> </a:t>
            </a:r>
            <a:r>
              <a:rPr lang="en-GB" dirty="0" err="1"/>
              <a:t>til</a:t>
            </a:r>
            <a:r>
              <a:rPr lang="en-GB" dirty="0"/>
              <a:t> </a:t>
            </a:r>
            <a:r>
              <a:rPr lang="en-GB" dirty="0" err="1"/>
              <a:t>tekst</a:t>
            </a:r>
            <a:endParaRPr lang="en-NO" dirty="0"/>
          </a:p>
        </p:txBody>
      </p:sp>
      <p:sp>
        <p:nvSpPr>
          <p:cNvPr id="29" name="Picture Placeholder 20">
            <a:extLst>
              <a:ext uri="{FF2B5EF4-FFF2-40B4-BE49-F238E27FC236}">
                <a16:creationId xmlns:a16="http://schemas.microsoft.com/office/drawing/2014/main" id="{BC41699C-D88B-7FC0-4462-5751B1BB3FBA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459018" y="2208893"/>
            <a:ext cx="1016876" cy="996761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000" b="0" i="0"/>
            </a:lvl1pPr>
          </a:lstStyle>
          <a:p>
            <a:r>
              <a:rPr lang="en-NO" dirty="0"/>
              <a:t>Klikk for å legge til ikon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76BA33C0-3954-B5D9-4DB7-786B49A652D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59017" y="3428999"/>
            <a:ext cx="3183759" cy="427720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 err="1"/>
              <a:t>Undertittel</a:t>
            </a:r>
            <a:endParaRPr lang="en-NO" dirty="0"/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5A07334A-BECC-F098-823D-E998FDD4614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59017" y="3879979"/>
            <a:ext cx="3183759" cy="1998307"/>
          </a:xfrm>
        </p:spPr>
        <p:txBody>
          <a:bodyPr lIns="0" tIns="0" rIns="0" bIns="0">
            <a:normAutofit/>
          </a:bodyPr>
          <a:lstStyle>
            <a:lvl1pPr>
              <a:lnSpc>
                <a:spcPct val="100000"/>
              </a:lnSpc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 err="1"/>
              <a:t>Klikk</a:t>
            </a:r>
            <a:r>
              <a:rPr lang="en-GB" dirty="0"/>
              <a:t> for </a:t>
            </a:r>
            <a:r>
              <a:rPr lang="en-GB" dirty="0" err="1"/>
              <a:t>å</a:t>
            </a:r>
            <a:r>
              <a:rPr lang="en-GB" dirty="0"/>
              <a:t> </a:t>
            </a:r>
            <a:r>
              <a:rPr lang="en-GB" dirty="0" err="1"/>
              <a:t>legge</a:t>
            </a:r>
            <a:r>
              <a:rPr lang="en-GB" dirty="0"/>
              <a:t> </a:t>
            </a:r>
            <a:r>
              <a:rPr lang="en-GB" dirty="0" err="1"/>
              <a:t>til</a:t>
            </a:r>
            <a:r>
              <a:rPr lang="en-GB" dirty="0"/>
              <a:t> </a:t>
            </a:r>
            <a:r>
              <a:rPr lang="en-GB" dirty="0" err="1"/>
              <a:t>tekst</a:t>
            </a:r>
            <a:endParaRPr lang="en-NO" dirty="0"/>
          </a:p>
        </p:txBody>
      </p:sp>
      <p:sp>
        <p:nvSpPr>
          <p:cNvPr id="32" name="Picture Placeholder 20">
            <a:extLst>
              <a:ext uri="{FF2B5EF4-FFF2-40B4-BE49-F238E27FC236}">
                <a16:creationId xmlns:a16="http://schemas.microsoft.com/office/drawing/2014/main" id="{ED939D9C-468D-4ACC-AA08-3801BA85D695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043042" y="2208893"/>
            <a:ext cx="1016876" cy="996761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000" b="0" i="0"/>
            </a:lvl1pPr>
          </a:lstStyle>
          <a:p>
            <a:r>
              <a:rPr lang="en-NO" dirty="0"/>
              <a:t>Klikk for å legge til ikon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4618C87-9479-429A-67D3-F8273624EF0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43041" y="3428999"/>
            <a:ext cx="3183759" cy="427719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 err="1"/>
              <a:t>Undertittel</a:t>
            </a:r>
            <a:endParaRPr lang="en-NO" dirty="0"/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B36A088C-B9FE-766E-4E4A-CBD2E967409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43041" y="3879979"/>
            <a:ext cx="3183759" cy="1998307"/>
          </a:xfrm>
        </p:spPr>
        <p:txBody>
          <a:bodyPr lIns="0" tIns="0" rIns="0" bIns="0">
            <a:normAutofit/>
          </a:bodyPr>
          <a:lstStyle>
            <a:lvl1pPr>
              <a:lnSpc>
                <a:spcPct val="100000"/>
              </a:lnSpc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 err="1"/>
              <a:t>Klikk</a:t>
            </a:r>
            <a:r>
              <a:rPr lang="en-GB" dirty="0"/>
              <a:t> for </a:t>
            </a:r>
            <a:r>
              <a:rPr lang="en-GB" dirty="0" err="1"/>
              <a:t>å</a:t>
            </a:r>
            <a:r>
              <a:rPr lang="en-GB" dirty="0"/>
              <a:t> </a:t>
            </a:r>
            <a:r>
              <a:rPr lang="en-GB" dirty="0" err="1"/>
              <a:t>legge</a:t>
            </a:r>
            <a:r>
              <a:rPr lang="en-GB" dirty="0"/>
              <a:t> </a:t>
            </a:r>
            <a:r>
              <a:rPr lang="en-GB" dirty="0" err="1"/>
              <a:t>til</a:t>
            </a:r>
            <a:r>
              <a:rPr lang="en-GB" dirty="0"/>
              <a:t> </a:t>
            </a:r>
            <a:r>
              <a:rPr lang="en-GB" dirty="0" err="1"/>
              <a:t>tekst</a:t>
            </a:r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37303748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2 BILDER MED TEKST lys bakgrun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tel 1"/>
          <p:cNvSpPr>
            <a:spLocks noGrp="1"/>
          </p:cNvSpPr>
          <p:nvPr>
            <p:ph type="title" hasCustomPrompt="1"/>
          </p:nvPr>
        </p:nvSpPr>
        <p:spPr>
          <a:xfrm>
            <a:off x="838800" y="363600"/>
            <a:ext cx="9000000" cy="1325563"/>
          </a:xfrm>
        </p:spPr>
        <p:txBody>
          <a:bodyPr/>
          <a:lstStyle>
            <a:lvl1pPr>
              <a:defRPr b="0" i="0"/>
            </a:lvl1pPr>
          </a:lstStyle>
          <a:p>
            <a:r>
              <a:rPr lang="nb-NO" dirty="0"/>
              <a:t>Klikk for å skrive tittel</a:t>
            </a:r>
          </a:p>
        </p:txBody>
      </p:sp>
      <p:sp>
        <p:nvSpPr>
          <p:cNvPr id="19" name="Plassholder for tekst 2"/>
          <p:cNvSpPr>
            <a:spLocks noGrp="1"/>
          </p:cNvSpPr>
          <p:nvPr>
            <p:ph type="body" idx="1" hasCustomPrompt="1"/>
          </p:nvPr>
        </p:nvSpPr>
        <p:spPr>
          <a:xfrm>
            <a:off x="839969" y="3976254"/>
            <a:ext cx="5400000" cy="546879"/>
          </a:xfrm>
          <a:noFill/>
          <a:ln>
            <a:solidFill>
              <a:schemeClr val="bg2"/>
            </a:solidFill>
          </a:ln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0" i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 dirty="0"/>
              <a:t>Overskrift</a:t>
            </a:r>
          </a:p>
        </p:txBody>
      </p:sp>
      <p:sp>
        <p:nvSpPr>
          <p:cNvPr id="24" name="Plassholder for tekst 10"/>
          <p:cNvSpPr>
            <a:spLocks noGrp="1"/>
          </p:cNvSpPr>
          <p:nvPr>
            <p:ph type="body" sz="quarter" idx="13"/>
          </p:nvPr>
        </p:nvSpPr>
        <p:spPr>
          <a:xfrm>
            <a:off x="839970" y="4528704"/>
            <a:ext cx="5399999" cy="1505340"/>
          </a:xfrm>
          <a:noFill/>
          <a:ln>
            <a:solidFill>
              <a:schemeClr val="bg2"/>
            </a:solidFill>
          </a:ln>
        </p:spPr>
        <p:txBody>
          <a:bodyPr>
            <a:normAutofit/>
          </a:bodyPr>
          <a:lstStyle>
            <a:lvl1pPr marL="0" indent="0" algn="ctr">
              <a:lnSpc>
                <a:spcPct val="110000"/>
              </a:lnSpc>
              <a:buNone/>
              <a:defRPr sz="2000" b="0" i="0">
                <a:solidFill>
                  <a:schemeClr val="tx1"/>
                </a:solidFill>
              </a:defRPr>
            </a:lvl1pPr>
            <a:lvl2pPr marL="457200" indent="0" algn="ctr">
              <a:lnSpc>
                <a:spcPct val="110000"/>
              </a:lnSpc>
              <a:buNone/>
              <a:defRPr sz="1800"/>
            </a:lvl2pPr>
            <a:lvl3pPr marL="914400" indent="0" algn="ctr">
              <a:lnSpc>
                <a:spcPct val="110000"/>
              </a:lnSpc>
              <a:buNone/>
              <a:defRPr sz="1600"/>
            </a:lvl3pPr>
            <a:lvl4pPr marL="1371600" indent="0" algn="ctr">
              <a:lnSpc>
                <a:spcPct val="110000"/>
              </a:lnSpc>
              <a:buNone/>
              <a:defRPr sz="1400"/>
            </a:lvl4pPr>
            <a:lvl5pPr marL="1828800" indent="0" algn="ctr">
              <a:lnSpc>
                <a:spcPct val="110000"/>
              </a:lnSpc>
              <a:buNone/>
              <a:defRPr sz="1400"/>
            </a:lvl5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25" name="Plassholder for tekst 4"/>
          <p:cNvSpPr>
            <a:spLocks noGrp="1"/>
          </p:cNvSpPr>
          <p:nvPr>
            <p:ph type="body" sz="quarter" idx="3" hasCustomPrompt="1"/>
          </p:nvPr>
        </p:nvSpPr>
        <p:spPr>
          <a:xfrm>
            <a:off x="6410472" y="3976254"/>
            <a:ext cx="5400000" cy="546879"/>
          </a:xfrm>
          <a:noFill/>
          <a:ln>
            <a:solidFill>
              <a:schemeClr val="bg2"/>
            </a:solidFill>
          </a:ln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 dirty="0"/>
              <a:t>Overskrift</a:t>
            </a:r>
          </a:p>
        </p:txBody>
      </p:sp>
      <p:sp>
        <p:nvSpPr>
          <p:cNvPr id="26" name="Plassholder for tekst 10"/>
          <p:cNvSpPr>
            <a:spLocks noGrp="1"/>
          </p:cNvSpPr>
          <p:nvPr>
            <p:ph type="body" sz="quarter" idx="14"/>
          </p:nvPr>
        </p:nvSpPr>
        <p:spPr>
          <a:xfrm>
            <a:off x="6410472" y="4528704"/>
            <a:ext cx="5400000" cy="1505340"/>
          </a:xfrm>
          <a:noFill/>
          <a:ln>
            <a:solidFill>
              <a:schemeClr val="bg2"/>
            </a:solidFill>
          </a:ln>
        </p:spPr>
        <p:txBody>
          <a:bodyPr>
            <a:normAutofit/>
          </a:bodyPr>
          <a:lstStyle>
            <a:lvl1pPr marL="0" indent="0" algn="ctr">
              <a:lnSpc>
                <a:spcPct val="110000"/>
              </a:lnSpc>
              <a:buNone/>
              <a:defRPr sz="2000" b="0" i="0"/>
            </a:lvl1pPr>
            <a:lvl2pPr marL="457200" indent="0" algn="ctr">
              <a:lnSpc>
                <a:spcPct val="110000"/>
              </a:lnSpc>
              <a:buNone/>
              <a:defRPr sz="1800"/>
            </a:lvl2pPr>
            <a:lvl3pPr marL="914400" indent="0" algn="ctr">
              <a:lnSpc>
                <a:spcPct val="110000"/>
              </a:lnSpc>
              <a:buNone/>
              <a:defRPr sz="1600"/>
            </a:lvl3pPr>
            <a:lvl4pPr marL="1371600" indent="0" algn="ctr">
              <a:lnSpc>
                <a:spcPct val="110000"/>
              </a:lnSpc>
              <a:buNone/>
              <a:defRPr sz="1400"/>
            </a:lvl4pPr>
            <a:lvl5pPr marL="1828800" indent="0" algn="ctr">
              <a:lnSpc>
                <a:spcPct val="110000"/>
              </a:lnSpc>
              <a:buNone/>
              <a:defRPr sz="1400"/>
            </a:lvl5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27" name="Plassholder for bunntekst 2"/>
          <p:cNvSpPr>
            <a:spLocks noGrp="1"/>
          </p:cNvSpPr>
          <p:nvPr>
            <p:ph type="ftr" sz="quarter" idx="18"/>
          </p:nvPr>
        </p:nvSpPr>
        <p:spPr>
          <a:xfrm>
            <a:off x="2808000" y="6318000"/>
            <a:ext cx="7020000" cy="360000"/>
          </a:xfrm>
        </p:spPr>
        <p:txBody>
          <a:bodyPr/>
          <a:lstStyle>
            <a:lvl1pPr>
              <a:defRPr b="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nb-NO" dirty="0"/>
          </a:p>
        </p:txBody>
      </p:sp>
      <p:sp>
        <p:nvSpPr>
          <p:cNvPr id="28" name="Plassholder for dato 1"/>
          <p:cNvSpPr>
            <a:spLocks noGrp="1"/>
          </p:cNvSpPr>
          <p:nvPr>
            <p:ph type="dt" sz="half" idx="17"/>
          </p:nvPr>
        </p:nvSpPr>
        <p:spPr>
          <a:xfrm>
            <a:off x="9846000" y="6318000"/>
            <a:ext cx="1620000" cy="360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9AB65386-88B2-4244-9F61-33B3A713F32F}" type="datetime1">
              <a:rPr lang="nb-NO" smtClean="0"/>
              <a:t>02.07.2026</a:t>
            </a:fld>
            <a:endParaRPr lang="nb-NO" dirty="0"/>
          </a:p>
        </p:txBody>
      </p:sp>
      <p:sp>
        <p:nvSpPr>
          <p:cNvPr id="29" name="Plassholder for lysbildenummer 3"/>
          <p:cNvSpPr>
            <a:spLocks noGrp="1"/>
          </p:cNvSpPr>
          <p:nvPr>
            <p:ph type="sldNum" sz="quarter" idx="19"/>
          </p:nvPr>
        </p:nvSpPr>
        <p:spPr>
          <a:xfrm>
            <a:off x="11555518" y="6318000"/>
            <a:ext cx="450010" cy="360000"/>
          </a:xfrm>
        </p:spPr>
        <p:txBody>
          <a:bodyPr/>
          <a:lstStyle>
            <a:lvl1pPr>
              <a:defRPr b="0" i="0"/>
            </a:lvl1pPr>
          </a:lstStyle>
          <a:p>
            <a:fld id="{29E3B291-050D-4A82-B0A1-DB349FC61753}" type="slidenum">
              <a:rPr lang="nb-NO" smtClean="0"/>
              <a:pPr/>
              <a:t>‹#›</a:t>
            </a:fld>
            <a:endParaRPr lang="nb-NO" dirty="0"/>
          </a:p>
        </p:txBody>
      </p:sp>
      <p:sp>
        <p:nvSpPr>
          <p:cNvPr id="3" name="Plassholder for bilde 2"/>
          <p:cNvSpPr>
            <a:spLocks noGrp="1"/>
          </p:cNvSpPr>
          <p:nvPr>
            <p:ph type="pic" sz="quarter" idx="20" hasCustomPrompt="1"/>
          </p:nvPr>
        </p:nvSpPr>
        <p:spPr>
          <a:xfrm>
            <a:off x="839969" y="1688655"/>
            <a:ext cx="5400000" cy="2284814"/>
          </a:xfrm>
          <a:ln>
            <a:solidFill>
              <a:schemeClr val="bg2">
                <a:lumMod val="90000"/>
              </a:schemeClr>
            </a:solidFill>
          </a:ln>
        </p:spPr>
        <p:txBody>
          <a:bodyPr tIns="1368000">
            <a:normAutofit/>
          </a:bodyPr>
          <a:lstStyle>
            <a:lvl1pPr marL="0" indent="0" algn="ctr">
              <a:buNone/>
              <a:defRPr sz="2000" b="0" i="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b-NO" dirty="0"/>
              <a:t>Sett inn bilde</a:t>
            </a:r>
          </a:p>
        </p:txBody>
      </p:sp>
      <p:sp>
        <p:nvSpPr>
          <p:cNvPr id="16" name="Plassholder for bilde 2"/>
          <p:cNvSpPr>
            <a:spLocks noGrp="1"/>
          </p:cNvSpPr>
          <p:nvPr>
            <p:ph type="pic" sz="quarter" idx="21" hasCustomPrompt="1"/>
          </p:nvPr>
        </p:nvSpPr>
        <p:spPr>
          <a:xfrm>
            <a:off x="6410472" y="1688655"/>
            <a:ext cx="5400000" cy="2284814"/>
          </a:xfrm>
          <a:ln>
            <a:solidFill>
              <a:schemeClr val="bg2">
                <a:lumMod val="90000"/>
              </a:schemeClr>
            </a:solidFill>
          </a:ln>
        </p:spPr>
        <p:txBody>
          <a:bodyPr tIns="1368000">
            <a:normAutofit/>
          </a:bodyPr>
          <a:lstStyle>
            <a:lvl1pPr marL="0" indent="0" algn="ctr">
              <a:buNone/>
              <a:defRPr sz="2000" b="0" i="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b-NO" dirty="0"/>
              <a:t>Sett inn bilde</a:t>
            </a:r>
          </a:p>
        </p:txBody>
      </p:sp>
      <p:sp>
        <p:nvSpPr>
          <p:cNvPr id="12" name="Plassholder for tekst 3"/>
          <p:cNvSpPr>
            <a:spLocks noGrp="1"/>
          </p:cNvSpPr>
          <p:nvPr>
            <p:ph type="body" sz="quarter" idx="15" hasCustomPrompt="1"/>
          </p:nvPr>
        </p:nvSpPr>
        <p:spPr>
          <a:xfrm>
            <a:off x="2229731" y="3706428"/>
            <a:ext cx="3996000" cy="244606"/>
          </a:xfrm>
        </p:spPr>
        <p:txBody>
          <a:bodyPr>
            <a:normAutofit/>
          </a:bodyPr>
          <a:lstStyle>
            <a:lvl1pPr marL="0" indent="0" algn="r">
              <a:buNone/>
              <a:defRPr sz="1000" b="0" i="0" baseline="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nb-NO" dirty="0"/>
              <a:t>Foto: © Navn på fotograf og bildebyrå</a:t>
            </a:r>
          </a:p>
        </p:txBody>
      </p:sp>
      <p:sp>
        <p:nvSpPr>
          <p:cNvPr id="13" name="Plassholder for tekst 3"/>
          <p:cNvSpPr>
            <a:spLocks noGrp="1"/>
          </p:cNvSpPr>
          <p:nvPr>
            <p:ph type="body" sz="quarter" idx="22" hasCustomPrompt="1"/>
          </p:nvPr>
        </p:nvSpPr>
        <p:spPr>
          <a:xfrm>
            <a:off x="7791972" y="3706428"/>
            <a:ext cx="3996000" cy="244606"/>
          </a:xfrm>
        </p:spPr>
        <p:txBody>
          <a:bodyPr>
            <a:normAutofit/>
          </a:bodyPr>
          <a:lstStyle>
            <a:lvl1pPr marL="0" indent="0" algn="r">
              <a:buNone/>
              <a:defRPr sz="1000" b="0" i="0" baseline="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nb-NO" dirty="0"/>
              <a:t>Foto: © Navn på fotograf og bildebyrå</a:t>
            </a:r>
          </a:p>
        </p:txBody>
      </p:sp>
    </p:spTree>
    <p:extLst>
      <p:ext uri="{BB962C8B-B14F-4D97-AF65-F5344CB8AC3E}">
        <p14:creationId xmlns:p14="http://schemas.microsoft.com/office/powerpoint/2010/main" val="75672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 2 BILDER MED TEKSTmørk bakgrun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tel 1"/>
          <p:cNvSpPr>
            <a:spLocks noGrp="1"/>
          </p:cNvSpPr>
          <p:nvPr>
            <p:ph type="title" hasCustomPrompt="1"/>
          </p:nvPr>
        </p:nvSpPr>
        <p:spPr>
          <a:xfrm>
            <a:off x="838800" y="363600"/>
            <a:ext cx="9000000" cy="1325563"/>
          </a:xfrm>
        </p:spPr>
        <p:txBody>
          <a:bodyPr/>
          <a:lstStyle>
            <a:lvl1pPr>
              <a:defRPr b="0" i="0"/>
            </a:lvl1pPr>
          </a:lstStyle>
          <a:p>
            <a:r>
              <a:rPr lang="nb-NO" dirty="0"/>
              <a:t>Klikk for å skrive tittel</a:t>
            </a:r>
          </a:p>
        </p:txBody>
      </p:sp>
      <p:sp>
        <p:nvSpPr>
          <p:cNvPr id="27" name="Plassholder for bunntekst 2"/>
          <p:cNvSpPr>
            <a:spLocks noGrp="1"/>
          </p:cNvSpPr>
          <p:nvPr>
            <p:ph type="ftr" sz="quarter" idx="18"/>
          </p:nvPr>
        </p:nvSpPr>
        <p:spPr>
          <a:xfrm>
            <a:off x="2808000" y="6318000"/>
            <a:ext cx="7020000" cy="360000"/>
          </a:xfrm>
        </p:spPr>
        <p:txBody>
          <a:bodyPr/>
          <a:lstStyle>
            <a:lvl1pPr>
              <a:defRPr sz="1000" b="0" i="0">
                <a:solidFill>
                  <a:schemeClr val="tx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nb-NO" dirty="0"/>
          </a:p>
        </p:txBody>
      </p:sp>
      <p:sp>
        <p:nvSpPr>
          <p:cNvPr id="28" name="Plassholder for dato 1"/>
          <p:cNvSpPr>
            <a:spLocks noGrp="1"/>
          </p:cNvSpPr>
          <p:nvPr>
            <p:ph type="dt" sz="half" idx="17"/>
          </p:nvPr>
        </p:nvSpPr>
        <p:spPr>
          <a:xfrm>
            <a:off x="9846342" y="6318000"/>
            <a:ext cx="1620000" cy="360000"/>
          </a:xfrm>
          <a:prstGeom prst="rect">
            <a:avLst/>
          </a:prstGeom>
        </p:spPr>
        <p:txBody>
          <a:bodyPr/>
          <a:lstStyle>
            <a:lvl1pPr>
              <a:defRPr sz="1000" b="0" i="0">
                <a:solidFill>
                  <a:schemeClr val="tx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D4051AA-A707-42B0-827D-59BBD97A122A}" type="datetime1">
              <a:rPr lang="nb-NO" smtClean="0"/>
              <a:t>02.07.2026</a:t>
            </a:fld>
            <a:endParaRPr lang="nb-NO" dirty="0"/>
          </a:p>
        </p:txBody>
      </p:sp>
      <p:sp>
        <p:nvSpPr>
          <p:cNvPr id="29" name="Plassholder for lysbildenummer 3"/>
          <p:cNvSpPr>
            <a:spLocks noGrp="1"/>
          </p:cNvSpPr>
          <p:nvPr>
            <p:ph type="sldNum" sz="quarter" idx="19"/>
          </p:nvPr>
        </p:nvSpPr>
        <p:spPr>
          <a:xfrm>
            <a:off x="11555518" y="6318000"/>
            <a:ext cx="450010" cy="360000"/>
          </a:xfrm>
        </p:spPr>
        <p:txBody>
          <a:bodyPr/>
          <a:lstStyle>
            <a:lvl1pPr>
              <a:defRPr sz="1000" b="0" i="0">
                <a:solidFill>
                  <a:schemeClr val="tx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9E3B291-050D-4A82-B0A1-DB349FC61753}" type="slidenum">
              <a:rPr lang="nb-NO" smtClean="0"/>
              <a:pPr/>
              <a:t>‹#›</a:t>
            </a:fld>
            <a:endParaRPr lang="nb-NO" dirty="0"/>
          </a:p>
        </p:txBody>
      </p:sp>
      <p:sp>
        <p:nvSpPr>
          <p:cNvPr id="14" name="Plassholder for tekst 2"/>
          <p:cNvSpPr>
            <a:spLocks noGrp="1"/>
          </p:cNvSpPr>
          <p:nvPr>
            <p:ph type="body" idx="1" hasCustomPrompt="1"/>
          </p:nvPr>
        </p:nvSpPr>
        <p:spPr>
          <a:xfrm>
            <a:off x="839969" y="3976254"/>
            <a:ext cx="5400000" cy="546879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 i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 dirty="0"/>
              <a:t>Overskrift</a:t>
            </a:r>
          </a:p>
        </p:txBody>
      </p:sp>
      <p:sp>
        <p:nvSpPr>
          <p:cNvPr id="17" name="Plassholder for tekst 10"/>
          <p:cNvSpPr>
            <a:spLocks noGrp="1"/>
          </p:cNvSpPr>
          <p:nvPr>
            <p:ph type="body" sz="quarter" idx="13"/>
          </p:nvPr>
        </p:nvSpPr>
        <p:spPr>
          <a:xfrm>
            <a:off x="839970" y="4528704"/>
            <a:ext cx="5399999" cy="1505340"/>
          </a:xfrm>
          <a:noFill/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ct val="110000"/>
              </a:lnSpc>
              <a:buNone/>
              <a:defRPr sz="2000" b="0" i="0">
                <a:solidFill>
                  <a:schemeClr val="tx1"/>
                </a:solidFill>
              </a:defRPr>
            </a:lvl1pPr>
            <a:lvl2pPr marL="457200" indent="0" algn="ctr">
              <a:lnSpc>
                <a:spcPct val="110000"/>
              </a:lnSpc>
              <a:buNone/>
              <a:defRPr sz="1800"/>
            </a:lvl2pPr>
            <a:lvl3pPr marL="914400" indent="0" algn="ctr">
              <a:lnSpc>
                <a:spcPct val="110000"/>
              </a:lnSpc>
              <a:buNone/>
              <a:defRPr sz="1600"/>
            </a:lvl3pPr>
            <a:lvl4pPr marL="1371600" indent="0" algn="ctr">
              <a:lnSpc>
                <a:spcPct val="110000"/>
              </a:lnSpc>
              <a:buNone/>
              <a:defRPr sz="1400"/>
            </a:lvl4pPr>
            <a:lvl5pPr marL="1828800" indent="0" algn="ctr">
              <a:lnSpc>
                <a:spcPct val="110000"/>
              </a:lnSpc>
              <a:buNone/>
              <a:defRPr sz="1400"/>
            </a:lvl5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18" name="Plassholder for tekst 4"/>
          <p:cNvSpPr>
            <a:spLocks noGrp="1"/>
          </p:cNvSpPr>
          <p:nvPr>
            <p:ph type="body" sz="quarter" idx="3" hasCustomPrompt="1"/>
          </p:nvPr>
        </p:nvSpPr>
        <p:spPr>
          <a:xfrm>
            <a:off x="6410472" y="3976254"/>
            <a:ext cx="5400000" cy="546879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 i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 dirty="0"/>
              <a:t>Overskrift</a:t>
            </a:r>
          </a:p>
        </p:txBody>
      </p:sp>
      <p:sp>
        <p:nvSpPr>
          <p:cNvPr id="20" name="Plassholder for tekst 10"/>
          <p:cNvSpPr>
            <a:spLocks noGrp="1"/>
          </p:cNvSpPr>
          <p:nvPr>
            <p:ph type="body" sz="quarter" idx="14"/>
          </p:nvPr>
        </p:nvSpPr>
        <p:spPr>
          <a:xfrm>
            <a:off x="6410472" y="4528704"/>
            <a:ext cx="5400000" cy="1505340"/>
          </a:xfrm>
          <a:noFill/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ct val="110000"/>
              </a:lnSpc>
              <a:buNone/>
              <a:defRPr sz="2000" b="0" i="0">
                <a:solidFill>
                  <a:schemeClr val="tx1"/>
                </a:solidFill>
              </a:defRPr>
            </a:lvl1pPr>
            <a:lvl2pPr marL="457200" indent="0" algn="ctr">
              <a:lnSpc>
                <a:spcPct val="110000"/>
              </a:lnSpc>
              <a:buNone/>
              <a:defRPr sz="1800"/>
            </a:lvl2pPr>
            <a:lvl3pPr marL="914400" indent="0" algn="ctr">
              <a:lnSpc>
                <a:spcPct val="110000"/>
              </a:lnSpc>
              <a:buNone/>
              <a:defRPr sz="1600"/>
            </a:lvl3pPr>
            <a:lvl4pPr marL="1371600" indent="0" algn="ctr">
              <a:lnSpc>
                <a:spcPct val="110000"/>
              </a:lnSpc>
              <a:buNone/>
              <a:defRPr sz="1400"/>
            </a:lvl4pPr>
            <a:lvl5pPr marL="1828800" indent="0" algn="ctr">
              <a:lnSpc>
                <a:spcPct val="110000"/>
              </a:lnSpc>
              <a:buNone/>
              <a:defRPr sz="1400"/>
            </a:lvl5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21" name="Plassholder for bilde 2"/>
          <p:cNvSpPr>
            <a:spLocks noGrp="1"/>
          </p:cNvSpPr>
          <p:nvPr>
            <p:ph type="pic" sz="quarter" idx="20" hasCustomPrompt="1"/>
          </p:nvPr>
        </p:nvSpPr>
        <p:spPr>
          <a:xfrm>
            <a:off x="839969" y="1688655"/>
            <a:ext cx="5400000" cy="2284814"/>
          </a:xfrm>
          <a:ln>
            <a:noFill/>
          </a:ln>
        </p:spPr>
        <p:txBody>
          <a:bodyPr tIns="1368000">
            <a:normAutofit/>
          </a:bodyPr>
          <a:lstStyle>
            <a:lvl1pPr marL="0" indent="0" algn="ctr">
              <a:buNone/>
              <a:defRPr sz="2000" b="0" i="0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nb-NO" dirty="0"/>
              <a:t>Sett inn bilde</a:t>
            </a:r>
          </a:p>
        </p:txBody>
      </p:sp>
      <p:sp>
        <p:nvSpPr>
          <p:cNvPr id="22" name="Plassholder for bilde 2"/>
          <p:cNvSpPr>
            <a:spLocks noGrp="1"/>
          </p:cNvSpPr>
          <p:nvPr>
            <p:ph type="pic" sz="quarter" idx="21" hasCustomPrompt="1"/>
          </p:nvPr>
        </p:nvSpPr>
        <p:spPr>
          <a:xfrm>
            <a:off x="6410472" y="1688655"/>
            <a:ext cx="5400000" cy="2284814"/>
          </a:xfrm>
          <a:ln>
            <a:noFill/>
          </a:ln>
        </p:spPr>
        <p:txBody>
          <a:bodyPr tIns="1368000">
            <a:normAutofit/>
          </a:bodyPr>
          <a:lstStyle>
            <a:lvl1pPr marL="0" indent="0" algn="ctr">
              <a:buNone/>
              <a:defRPr sz="2000" b="0" i="0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nb-NO" dirty="0"/>
              <a:t>Sett inn bilde</a:t>
            </a:r>
          </a:p>
        </p:txBody>
      </p:sp>
      <p:sp>
        <p:nvSpPr>
          <p:cNvPr id="23" name="Plassholder for tekst 3"/>
          <p:cNvSpPr>
            <a:spLocks noGrp="1"/>
          </p:cNvSpPr>
          <p:nvPr>
            <p:ph type="body" sz="quarter" idx="15" hasCustomPrompt="1"/>
          </p:nvPr>
        </p:nvSpPr>
        <p:spPr>
          <a:xfrm>
            <a:off x="2244971" y="3706428"/>
            <a:ext cx="3996000" cy="244606"/>
          </a:xfrm>
        </p:spPr>
        <p:txBody>
          <a:bodyPr>
            <a:normAutofit/>
          </a:bodyPr>
          <a:lstStyle>
            <a:lvl1pPr marL="0" indent="0" algn="r">
              <a:buNone/>
              <a:defRPr sz="1000" b="0" i="0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 lvl="0"/>
            <a:r>
              <a:rPr lang="nb-NO" dirty="0"/>
              <a:t>Foto: © Navn på fotograf og bildebyrå</a:t>
            </a:r>
          </a:p>
        </p:txBody>
      </p:sp>
      <p:sp>
        <p:nvSpPr>
          <p:cNvPr id="30" name="Plassholder for tekst 3"/>
          <p:cNvSpPr>
            <a:spLocks noGrp="1"/>
          </p:cNvSpPr>
          <p:nvPr>
            <p:ph type="body" sz="quarter" idx="22" hasCustomPrompt="1"/>
          </p:nvPr>
        </p:nvSpPr>
        <p:spPr>
          <a:xfrm>
            <a:off x="7814832" y="3706428"/>
            <a:ext cx="3996000" cy="244606"/>
          </a:xfrm>
        </p:spPr>
        <p:txBody>
          <a:bodyPr>
            <a:normAutofit/>
          </a:bodyPr>
          <a:lstStyle>
            <a:lvl1pPr marL="0" indent="0" algn="r">
              <a:buNone/>
              <a:defRPr sz="1000" b="0" i="0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 lvl="0"/>
            <a:r>
              <a:rPr lang="nb-NO" dirty="0"/>
              <a:t>Foto: © Navn på fotograf og bildebyrå</a:t>
            </a:r>
          </a:p>
        </p:txBody>
      </p:sp>
      <p:pic>
        <p:nvPicPr>
          <p:cNvPr id="2" name="Bilde 3">
            <a:extLst>
              <a:ext uri="{FF2B5EF4-FFF2-40B4-BE49-F238E27FC236}">
                <a16:creationId xmlns:a16="http://schemas.microsoft.com/office/drawing/2014/main" id="{0954D741-BC34-8181-E5B1-856B895364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60000" y="6282000"/>
            <a:ext cx="1657674" cy="43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098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BILDER MED TEKST lys bakgrun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dato 1"/>
          <p:cNvSpPr>
            <a:spLocks noGrp="1"/>
          </p:cNvSpPr>
          <p:nvPr>
            <p:ph type="dt" sz="half" idx="10"/>
          </p:nvPr>
        </p:nvSpPr>
        <p:spPr>
          <a:xfrm>
            <a:off x="9846000" y="6318000"/>
            <a:ext cx="1620000" cy="360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F40A2D32-A055-4126-B571-3308C211CF69}" type="datetime1">
              <a:rPr lang="nb-NO" smtClean="0"/>
              <a:t>02.07.2026</a:t>
            </a:fld>
            <a:endParaRPr lang="nb-NO" dirty="0"/>
          </a:p>
        </p:txBody>
      </p:sp>
      <p:sp>
        <p:nvSpPr>
          <p:cNvPr id="3" name="Plassholder for bunntekst 2"/>
          <p:cNvSpPr>
            <a:spLocks noGrp="1"/>
          </p:cNvSpPr>
          <p:nvPr>
            <p:ph type="ftr" sz="quarter" idx="11"/>
          </p:nvPr>
        </p:nvSpPr>
        <p:spPr>
          <a:xfrm>
            <a:off x="2808000" y="6318000"/>
            <a:ext cx="7020000" cy="360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12"/>
          </p:nvPr>
        </p:nvSpPr>
        <p:spPr>
          <a:xfrm>
            <a:off x="11556000" y="6318000"/>
            <a:ext cx="450000" cy="360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9E3B291-050D-4A82-B0A1-DB349FC61753}" type="slidenum">
              <a:rPr lang="nb-NO" smtClean="0"/>
              <a:pPr/>
              <a:t>‹#›</a:t>
            </a:fld>
            <a:endParaRPr lang="nb-NO" dirty="0"/>
          </a:p>
        </p:txBody>
      </p:sp>
      <p:sp>
        <p:nvSpPr>
          <p:cNvPr id="8" name="Tittel 1"/>
          <p:cNvSpPr>
            <a:spLocks noGrp="1"/>
          </p:cNvSpPr>
          <p:nvPr>
            <p:ph type="title" hasCustomPrompt="1"/>
          </p:nvPr>
        </p:nvSpPr>
        <p:spPr>
          <a:xfrm>
            <a:off x="838800" y="363600"/>
            <a:ext cx="9000000" cy="1325563"/>
          </a:xfrm>
          <a:prstGeom prst="rect">
            <a:avLst/>
          </a:prstGeom>
        </p:spPr>
        <p:txBody>
          <a:bodyPr/>
          <a:lstStyle>
            <a:lvl1pPr>
              <a:defRPr b="0" i="0" baseline="0"/>
            </a:lvl1pPr>
          </a:lstStyle>
          <a:p>
            <a:r>
              <a:rPr lang="nb-NO" dirty="0"/>
              <a:t>Klikk for å skrive tittel</a:t>
            </a:r>
          </a:p>
        </p:txBody>
      </p:sp>
      <p:sp>
        <p:nvSpPr>
          <p:cNvPr id="9" name="Plassholder for tekst 2"/>
          <p:cNvSpPr>
            <a:spLocks noGrp="1"/>
          </p:cNvSpPr>
          <p:nvPr>
            <p:ph type="body" idx="1" hasCustomPrompt="1"/>
          </p:nvPr>
        </p:nvSpPr>
        <p:spPr>
          <a:xfrm>
            <a:off x="479425" y="3935158"/>
            <a:ext cx="3456000" cy="546879"/>
          </a:xfrm>
          <a:prstGeom prst="rect">
            <a:avLst/>
          </a:prstGeom>
        </p:spPr>
        <p:txBody>
          <a:bodyPr lIns="36000" tIns="36000" rIns="36000" bIns="3600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latin typeface="Arial" panose="020B0604020202020204" pitchFamily="34" charset="0"/>
                <a:ea typeface="Open Sans SemiBold" panose="020B0706030804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 dirty="0"/>
              <a:t>Overskrift</a:t>
            </a:r>
          </a:p>
        </p:txBody>
      </p:sp>
      <p:sp>
        <p:nvSpPr>
          <p:cNvPr id="10" name="Plassholder for tekst 10"/>
          <p:cNvSpPr>
            <a:spLocks noGrp="1"/>
          </p:cNvSpPr>
          <p:nvPr>
            <p:ph type="body" sz="quarter" idx="13"/>
          </p:nvPr>
        </p:nvSpPr>
        <p:spPr>
          <a:xfrm>
            <a:off x="479425" y="4487608"/>
            <a:ext cx="3456000" cy="150534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10000"/>
              </a:lnSpc>
              <a:buNone/>
              <a:defRPr sz="2000" b="0" i="0"/>
            </a:lvl1pPr>
            <a:lvl2pPr marL="457200" indent="0" algn="ctr">
              <a:lnSpc>
                <a:spcPct val="110000"/>
              </a:lnSpc>
              <a:buNone/>
              <a:defRPr sz="1800"/>
            </a:lvl2pPr>
            <a:lvl3pPr marL="914400" indent="0" algn="ctr">
              <a:lnSpc>
                <a:spcPct val="110000"/>
              </a:lnSpc>
              <a:buNone/>
              <a:defRPr sz="1600"/>
            </a:lvl3pPr>
            <a:lvl4pPr marL="1371600" indent="0" algn="ctr">
              <a:lnSpc>
                <a:spcPct val="110000"/>
              </a:lnSpc>
              <a:buNone/>
              <a:defRPr sz="1400"/>
            </a:lvl4pPr>
            <a:lvl5pPr marL="1828800" indent="0" algn="ctr">
              <a:lnSpc>
                <a:spcPct val="110000"/>
              </a:lnSpc>
              <a:buNone/>
              <a:defRPr sz="1400"/>
            </a:lvl5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11" name="Plassholder for tekst 4"/>
          <p:cNvSpPr>
            <a:spLocks noGrp="1"/>
          </p:cNvSpPr>
          <p:nvPr>
            <p:ph type="body" sz="quarter" idx="3" hasCustomPrompt="1"/>
          </p:nvPr>
        </p:nvSpPr>
        <p:spPr>
          <a:xfrm>
            <a:off x="4241865" y="3935158"/>
            <a:ext cx="3456000" cy="546879"/>
          </a:xfrm>
          <a:prstGeom prst="rect">
            <a:avLst/>
          </a:prstGeom>
        </p:spPr>
        <p:txBody>
          <a:bodyPr lIns="36000" tIns="36000" rIns="36000" bIns="3600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latin typeface="Arial" panose="020B0604020202020204" pitchFamily="34" charset="0"/>
                <a:ea typeface="Open Sans SemiBold" panose="020B0706030804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 dirty="0"/>
              <a:t>Overskrift</a:t>
            </a:r>
          </a:p>
        </p:txBody>
      </p:sp>
      <p:sp>
        <p:nvSpPr>
          <p:cNvPr id="12" name="Plassholder for tekst 10"/>
          <p:cNvSpPr>
            <a:spLocks noGrp="1"/>
          </p:cNvSpPr>
          <p:nvPr>
            <p:ph type="body" sz="quarter" idx="14"/>
          </p:nvPr>
        </p:nvSpPr>
        <p:spPr>
          <a:xfrm>
            <a:off x="4241865" y="4487608"/>
            <a:ext cx="3456000" cy="150534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10000"/>
              </a:lnSpc>
              <a:buNone/>
              <a:defRPr sz="2000" b="0" i="0"/>
            </a:lvl1pPr>
            <a:lvl2pPr marL="457200" indent="0" algn="ctr">
              <a:lnSpc>
                <a:spcPct val="110000"/>
              </a:lnSpc>
              <a:buNone/>
              <a:defRPr sz="1800"/>
            </a:lvl2pPr>
            <a:lvl3pPr marL="914400" indent="0" algn="ctr">
              <a:lnSpc>
                <a:spcPct val="110000"/>
              </a:lnSpc>
              <a:buNone/>
              <a:defRPr sz="1600"/>
            </a:lvl3pPr>
            <a:lvl4pPr marL="1371600" indent="0" algn="ctr">
              <a:lnSpc>
                <a:spcPct val="110000"/>
              </a:lnSpc>
              <a:buNone/>
              <a:defRPr sz="1400"/>
            </a:lvl4pPr>
            <a:lvl5pPr marL="1828800" indent="0" algn="ctr">
              <a:lnSpc>
                <a:spcPct val="110000"/>
              </a:lnSpc>
              <a:buNone/>
              <a:defRPr sz="1400"/>
            </a:lvl5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13" name="Plassholder for tekst 4"/>
          <p:cNvSpPr>
            <a:spLocks noGrp="1"/>
          </p:cNvSpPr>
          <p:nvPr>
            <p:ph type="body" sz="quarter" idx="17" hasCustomPrompt="1"/>
          </p:nvPr>
        </p:nvSpPr>
        <p:spPr>
          <a:xfrm>
            <a:off x="8004306" y="3935158"/>
            <a:ext cx="3456000" cy="546879"/>
          </a:xfrm>
          <a:prstGeom prst="rect">
            <a:avLst/>
          </a:prstGeom>
        </p:spPr>
        <p:txBody>
          <a:bodyPr lIns="36000" tIns="36000" rIns="36000" bIns="3600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latin typeface="Arial" panose="020B0604020202020204" pitchFamily="34" charset="0"/>
                <a:ea typeface="Open Sans SemiBold" panose="020B0706030804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 dirty="0"/>
              <a:t>Overskrift</a:t>
            </a:r>
          </a:p>
        </p:txBody>
      </p:sp>
      <p:sp>
        <p:nvSpPr>
          <p:cNvPr id="14" name="Plassholder for tekst 10"/>
          <p:cNvSpPr>
            <a:spLocks noGrp="1"/>
          </p:cNvSpPr>
          <p:nvPr>
            <p:ph type="body" sz="quarter" idx="18"/>
          </p:nvPr>
        </p:nvSpPr>
        <p:spPr>
          <a:xfrm>
            <a:off x="8004306" y="4487608"/>
            <a:ext cx="3456000" cy="150534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10000"/>
              </a:lnSpc>
              <a:buNone/>
              <a:defRPr sz="2000" b="0" i="0"/>
            </a:lvl1pPr>
            <a:lvl2pPr marL="457200" indent="0" algn="ctr">
              <a:lnSpc>
                <a:spcPct val="110000"/>
              </a:lnSpc>
              <a:buNone/>
              <a:defRPr sz="1800"/>
            </a:lvl2pPr>
            <a:lvl3pPr marL="914400" indent="0" algn="ctr">
              <a:lnSpc>
                <a:spcPct val="110000"/>
              </a:lnSpc>
              <a:buNone/>
              <a:defRPr sz="1600"/>
            </a:lvl3pPr>
            <a:lvl4pPr marL="1371600" indent="0" algn="ctr">
              <a:lnSpc>
                <a:spcPct val="110000"/>
              </a:lnSpc>
              <a:buNone/>
              <a:defRPr sz="1400"/>
            </a:lvl4pPr>
            <a:lvl5pPr marL="1828800" indent="0" algn="ctr">
              <a:lnSpc>
                <a:spcPct val="110000"/>
              </a:lnSpc>
              <a:buNone/>
              <a:defRPr sz="1400"/>
            </a:lvl5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16" name="Plassholder for bilde 15"/>
          <p:cNvSpPr>
            <a:spLocks noGrp="1" noChangeAspect="1"/>
          </p:cNvSpPr>
          <p:nvPr>
            <p:ph type="pic" sz="quarter" idx="20"/>
          </p:nvPr>
        </p:nvSpPr>
        <p:spPr>
          <a:xfrm>
            <a:off x="1055425" y="1631158"/>
            <a:ext cx="2304000" cy="23040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anchor="b" anchorCtr="0">
            <a:normAutofit/>
          </a:bodyPr>
          <a:lstStyle>
            <a:lvl1pPr marL="0" indent="0" algn="ctr">
              <a:buNone/>
              <a:defRPr sz="1200" b="0" i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b-NO"/>
              <a:t>Klikk på ikonet for å legge til et bilde</a:t>
            </a:r>
            <a:endParaRPr lang="nb-NO" dirty="0"/>
          </a:p>
        </p:txBody>
      </p:sp>
      <p:sp>
        <p:nvSpPr>
          <p:cNvPr id="17" name="Plassholder for bilde 15"/>
          <p:cNvSpPr>
            <a:spLocks noGrp="1" noChangeAspect="1"/>
          </p:cNvSpPr>
          <p:nvPr>
            <p:ph type="pic" sz="quarter" idx="21"/>
          </p:nvPr>
        </p:nvSpPr>
        <p:spPr>
          <a:xfrm>
            <a:off x="4956803" y="1631158"/>
            <a:ext cx="2304000" cy="23040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anchor="b" anchorCtr="0">
            <a:normAutofit/>
          </a:bodyPr>
          <a:lstStyle>
            <a:lvl1pPr marL="0" indent="0" algn="ctr">
              <a:buNone/>
              <a:defRPr sz="1200" b="0" i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b-NO"/>
              <a:t>Klikk på ikonet for å legge til et bilde</a:t>
            </a:r>
            <a:endParaRPr lang="nb-NO" dirty="0"/>
          </a:p>
        </p:txBody>
      </p:sp>
      <p:sp>
        <p:nvSpPr>
          <p:cNvPr id="18" name="Plassholder for bilde 15"/>
          <p:cNvSpPr>
            <a:spLocks noGrp="1" noChangeAspect="1"/>
          </p:cNvSpPr>
          <p:nvPr>
            <p:ph type="pic" sz="quarter" idx="22"/>
          </p:nvPr>
        </p:nvSpPr>
        <p:spPr>
          <a:xfrm>
            <a:off x="8580306" y="1631158"/>
            <a:ext cx="2304000" cy="23040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anchor="b" anchorCtr="0">
            <a:normAutofit/>
          </a:bodyPr>
          <a:lstStyle>
            <a:lvl1pPr marL="0" indent="0" algn="ctr">
              <a:buNone/>
              <a:defRPr sz="1200" b="0" i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b-NO"/>
              <a:t>Klikk på ikonet for å legge til et bilde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463201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BILDER MED TEKST mørk bakgrun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dato 1"/>
          <p:cNvSpPr>
            <a:spLocks noGrp="1"/>
          </p:cNvSpPr>
          <p:nvPr>
            <p:ph type="dt" sz="half" idx="10"/>
          </p:nvPr>
        </p:nvSpPr>
        <p:spPr>
          <a:xfrm>
            <a:off x="9846000" y="6318000"/>
            <a:ext cx="1620000" cy="360000"/>
          </a:xfrm>
          <a:prstGeom prst="rect">
            <a:avLst/>
          </a:prstGeom>
        </p:spPr>
        <p:txBody>
          <a:bodyPr/>
          <a:lstStyle>
            <a:lvl1pPr>
              <a:defRPr sz="1000" b="0" i="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13BA16A3-7C9F-415F-BC64-35ED908CDF30}" type="datetime1">
              <a:rPr lang="nb-NO" smtClean="0"/>
              <a:t>02.07.2026</a:t>
            </a:fld>
            <a:endParaRPr lang="nb-NO" dirty="0"/>
          </a:p>
        </p:txBody>
      </p:sp>
      <p:sp>
        <p:nvSpPr>
          <p:cNvPr id="3" name="Plassholder for bunntekst 2"/>
          <p:cNvSpPr>
            <a:spLocks noGrp="1"/>
          </p:cNvSpPr>
          <p:nvPr>
            <p:ph type="ftr" sz="quarter" idx="11"/>
          </p:nvPr>
        </p:nvSpPr>
        <p:spPr>
          <a:xfrm>
            <a:off x="2808000" y="6318000"/>
            <a:ext cx="7020000" cy="360000"/>
          </a:xfrm>
          <a:prstGeom prst="rect">
            <a:avLst/>
          </a:prstGeom>
        </p:spPr>
        <p:txBody>
          <a:bodyPr/>
          <a:lstStyle>
            <a:lvl1pPr>
              <a:defRPr sz="1000" b="0" i="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12"/>
          </p:nvPr>
        </p:nvSpPr>
        <p:spPr>
          <a:xfrm>
            <a:off x="11556000" y="6318000"/>
            <a:ext cx="450000" cy="360000"/>
          </a:xfrm>
          <a:prstGeom prst="rect">
            <a:avLst/>
          </a:prstGeom>
        </p:spPr>
        <p:txBody>
          <a:bodyPr/>
          <a:lstStyle>
            <a:lvl1pPr>
              <a:defRPr sz="1000" b="0" i="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29E3B291-050D-4A82-B0A1-DB349FC61753}" type="slidenum">
              <a:rPr lang="nb-NO" smtClean="0"/>
              <a:pPr/>
              <a:t>‹#›</a:t>
            </a:fld>
            <a:endParaRPr lang="nb-NO" dirty="0"/>
          </a:p>
        </p:txBody>
      </p:sp>
      <p:sp>
        <p:nvSpPr>
          <p:cNvPr id="8" name="Tittel 1"/>
          <p:cNvSpPr>
            <a:spLocks noGrp="1"/>
          </p:cNvSpPr>
          <p:nvPr>
            <p:ph type="title" hasCustomPrompt="1"/>
          </p:nvPr>
        </p:nvSpPr>
        <p:spPr>
          <a:xfrm>
            <a:off x="838800" y="363600"/>
            <a:ext cx="9000000" cy="1325563"/>
          </a:xfrm>
          <a:prstGeom prst="rect">
            <a:avLst/>
          </a:prstGeom>
        </p:spPr>
        <p:txBody>
          <a:bodyPr/>
          <a:lstStyle>
            <a:lvl1pPr>
              <a:defRPr b="0" i="0" baseline="0"/>
            </a:lvl1pPr>
          </a:lstStyle>
          <a:p>
            <a:r>
              <a:rPr lang="nb-NO" dirty="0"/>
              <a:t>Klikk for å skrive tittel</a:t>
            </a:r>
          </a:p>
        </p:txBody>
      </p:sp>
      <p:sp>
        <p:nvSpPr>
          <p:cNvPr id="9" name="Plassholder for tekst 2"/>
          <p:cNvSpPr>
            <a:spLocks noGrp="1"/>
          </p:cNvSpPr>
          <p:nvPr>
            <p:ph type="body" idx="1" hasCustomPrompt="1"/>
          </p:nvPr>
        </p:nvSpPr>
        <p:spPr>
          <a:xfrm>
            <a:off x="479425" y="3935158"/>
            <a:ext cx="3456000" cy="546879"/>
          </a:xfrm>
          <a:prstGeom prst="rect">
            <a:avLst/>
          </a:prstGeom>
        </p:spPr>
        <p:txBody>
          <a:bodyPr lIns="36000" tIns="36000" rIns="36000" bIns="3600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latin typeface="Arial" panose="020B0604020202020204" pitchFamily="34" charset="0"/>
                <a:ea typeface="Open Sans SemiBold" panose="020B0706030804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 dirty="0"/>
              <a:t>Overskrift</a:t>
            </a:r>
          </a:p>
        </p:txBody>
      </p:sp>
      <p:sp>
        <p:nvSpPr>
          <p:cNvPr id="10" name="Plassholder for tekst 10"/>
          <p:cNvSpPr>
            <a:spLocks noGrp="1"/>
          </p:cNvSpPr>
          <p:nvPr>
            <p:ph type="body" sz="quarter" idx="13"/>
          </p:nvPr>
        </p:nvSpPr>
        <p:spPr>
          <a:xfrm>
            <a:off x="479425" y="4487608"/>
            <a:ext cx="3456000" cy="150534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10000"/>
              </a:lnSpc>
              <a:buNone/>
              <a:defRPr sz="2000" b="0" i="0"/>
            </a:lvl1pPr>
            <a:lvl2pPr marL="457200" indent="0" algn="ctr">
              <a:lnSpc>
                <a:spcPct val="110000"/>
              </a:lnSpc>
              <a:buNone/>
              <a:defRPr sz="1800"/>
            </a:lvl2pPr>
            <a:lvl3pPr marL="914400" indent="0" algn="ctr">
              <a:lnSpc>
                <a:spcPct val="110000"/>
              </a:lnSpc>
              <a:buNone/>
              <a:defRPr sz="1600"/>
            </a:lvl3pPr>
            <a:lvl4pPr marL="1371600" indent="0" algn="ctr">
              <a:lnSpc>
                <a:spcPct val="110000"/>
              </a:lnSpc>
              <a:buNone/>
              <a:defRPr sz="1400"/>
            </a:lvl4pPr>
            <a:lvl5pPr marL="1828800" indent="0" algn="ctr">
              <a:lnSpc>
                <a:spcPct val="110000"/>
              </a:lnSpc>
              <a:buNone/>
              <a:defRPr sz="1400"/>
            </a:lvl5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11" name="Plassholder for tekst 4"/>
          <p:cNvSpPr>
            <a:spLocks noGrp="1"/>
          </p:cNvSpPr>
          <p:nvPr>
            <p:ph type="body" sz="quarter" idx="3" hasCustomPrompt="1"/>
          </p:nvPr>
        </p:nvSpPr>
        <p:spPr>
          <a:xfrm>
            <a:off x="4241865" y="3935158"/>
            <a:ext cx="3456000" cy="546879"/>
          </a:xfrm>
          <a:prstGeom prst="rect">
            <a:avLst/>
          </a:prstGeom>
        </p:spPr>
        <p:txBody>
          <a:bodyPr lIns="36000" tIns="36000" rIns="36000" bIns="3600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latin typeface="Arial" panose="020B0604020202020204" pitchFamily="34" charset="0"/>
                <a:ea typeface="Open Sans SemiBold" panose="020B0706030804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 dirty="0"/>
              <a:t>Overskrift</a:t>
            </a:r>
          </a:p>
        </p:txBody>
      </p:sp>
      <p:sp>
        <p:nvSpPr>
          <p:cNvPr id="12" name="Plassholder for tekst 10"/>
          <p:cNvSpPr>
            <a:spLocks noGrp="1"/>
          </p:cNvSpPr>
          <p:nvPr>
            <p:ph type="body" sz="quarter" idx="14"/>
          </p:nvPr>
        </p:nvSpPr>
        <p:spPr>
          <a:xfrm>
            <a:off x="4241865" y="4487608"/>
            <a:ext cx="3456000" cy="150534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10000"/>
              </a:lnSpc>
              <a:buNone/>
              <a:defRPr sz="2000" b="0" i="0"/>
            </a:lvl1pPr>
            <a:lvl2pPr marL="457200" indent="0" algn="ctr">
              <a:lnSpc>
                <a:spcPct val="110000"/>
              </a:lnSpc>
              <a:buNone/>
              <a:defRPr sz="1800"/>
            </a:lvl2pPr>
            <a:lvl3pPr marL="914400" indent="0" algn="ctr">
              <a:lnSpc>
                <a:spcPct val="110000"/>
              </a:lnSpc>
              <a:buNone/>
              <a:defRPr sz="1600"/>
            </a:lvl3pPr>
            <a:lvl4pPr marL="1371600" indent="0" algn="ctr">
              <a:lnSpc>
                <a:spcPct val="110000"/>
              </a:lnSpc>
              <a:buNone/>
              <a:defRPr sz="1400"/>
            </a:lvl4pPr>
            <a:lvl5pPr marL="1828800" indent="0" algn="ctr">
              <a:lnSpc>
                <a:spcPct val="110000"/>
              </a:lnSpc>
              <a:buNone/>
              <a:defRPr sz="1400"/>
            </a:lvl5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13" name="Plassholder for tekst 4"/>
          <p:cNvSpPr>
            <a:spLocks noGrp="1"/>
          </p:cNvSpPr>
          <p:nvPr>
            <p:ph type="body" sz="quarter" idx="17" hasCustomPrompt="1"/>
          </p:nvPr>
        </p:nvSpPr>
        <p:spPr>
          <a:xfrm>
            <a:off x="8004306" y="3935158"/>
            <a:ext cx="3456000" cy="546879"/>
          </a:xfrm>
          <a:prstGeom prst="rect">
            <a:avLst/>
          </a:prstGeom>
        </p:spPr>
        <p:txBody>
          <a:bodyPr lIns="36000" tIns="36000" rIns="36000" bIns="3600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Open Sans SemiBold" panose="020B0706030804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 dirty="0"/>
              <a:t>Overskrift</a:t>
            </a:r>
          </a:p>
        </p:txBody>
      </p:sp>
      <p:sp>
        <p:nvSpPr>
          <p:cNvPr id="14" name="Plassholder for tekst 10"/>
          <p:cNvSpPr>
            <a:spLocks noGrp="1"/>
          </p:cNvSpPr>
          <p:nvPr>
            <p:ph type="body" sz="quarter" idx="18"/>
          </p:nvPr>
        </p:nvSpPr>
        <p:spPr>
          <a:xfrm>
            <a:off x="8004306" y="4487608"/>
            <a:ext cx="3456000" cy="150534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10000"/>
              </a:lnSpc>
              <a:buNone/>
              <a:defRPr sz="2000" b="0" i="0"/>
            </a:lvl1pPr>
            <a:lvl2pPr marL="457200" indent="0" algn="ctr">
              <a:lnSpc>
                <a:spcPct val="110000"/>
              </a:lnSpc>
              <a:buNone/>
              <a:defRPr sz="1800"/>
            </a:lvl2pPr>
            <a:lvl3pPr marL="914400" indent="0" algn="ctr">
              <a:lnSpc>
                <a:spcPct val="110000"/>
              </a:lnSpc>
              <a:buNone/>
              <a:defRPr sz="1600"/>
            </a:lvl3pPr>
            <a:lvl4pPr marL="1371600" indent="0" algn="ctr">
              <a:lnSpc>
                <a:spcPct val="110000"/>
              </a:lnSpc>
              <a:buNone/>
              <a:defRPr sz="1400"/>
            </a:lvl4pPr>
            <a:lvl5pPr marL="1828800" indent="0" algn="ctr">
              <a:lnSpc>
                <a:spcPct val="110000"/>
              </a:lnSpc>
              <a:buNone/>
              <a:defRPr sz="1400"/>
            </a:lvl5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16" name="Plassholder for bilde 15"/>
          <p:cNvSpPr>
            <a:spLocks noGrp="1" noChangeAspect="1"/>
          </p:cNvSpPr>
          <p:nvPr>
            <p:ph type="pic" sz="quarter" idx="20"/>
          </p:nvPr>
        </p:nvSpPr>
        <p:spPr>
          <a:xfrm>
            <a:off x="1055425" y="1625587"/>
            <a:ext cx="2304000" cy="2304000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chemeClr val="tx1">
                <a:lumMod val="65000"/>
              </a:schemeClr>
            </a:solidFill>
          </a:ln>
        </p:spPr>
        <p:txBody>
          <a:bodyPr anchor="b" anchorCtr="0">
            <a:normAutofit/>
          </a:bodyPr>
          <a:lstStyle>
            <a:lvl1pPr marL="0" indent="0" algn="ctr">
              <a:buNone/>
              <a:defRPr sz="1200" b="0" i="0"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nb-NO"/>
              <a:t>Klikk på ikonet for å legge til et bilde</a:t>
            </a:r>
            <a:endParaRPr lang="nb-NO" dirty="0"/>
          </a:p>
        </p:txBody>
      </p:sp>
      <p:sp>
        <p:nvSpPr>
          <p:cNvPr id="17" name="Plassholder for bilde 15"/>
          <p:cNvSpPr>
            <a:spLocks noGrp="1" noChangeAspect="1"/>
          </p:cNvSpPr>
          <p:nvPr>
            <p:ph type="pic" sz="quarter" idx="21"/>
          </p:nvPr>
        </p:nvSpPr>
        <p:spPr>
          <a:xfrm>
            <a:off x="4956803" y="1625587"/>
            <a:ext cx="2304000" cy="2304000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chemeClr val="tx1">
                <a:lumMod val="65000"/>
              </a:schemeClr>
            </a:solidFill>
          </a:ln>
        </p:spPr>
        <p:txBody>
          <a:bodyPr anchor="b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b-NO"/>
              <a:t>Klikk på ikonet for å legge til et bilde</a:t>
            </a:r>
            <a:endParaRPr lang="nb-NO" dirty="0"/>
          </a:p>
        </p:txBody>
      </p:sp>
      <p:sp>
        <p:nvSpPr>
          <p:cNvPr id="18" name="Plassholder for bilde 15"/>
          <p:cNvSpPr>
            <a:spLocks noGrp="1" noChangeAspect="1"/>
          </p:cNvSpPr>
          <p:nvPr>
            <p:ph type="pic" sz="quarter" idx="22"/>
          </p:nvPr>
        </p:nvSpPr>
        <p:spPr>
          <a:xfrm>
            <a:off x="8580306" y="1625587"/>
            <a:ext cx="2304000" cy="2304000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chemeClr val="tx1">
                <a:lumMod val="65000"/>
              </a:schemeClr>
            </a:solidFill>
          </a:ln>
        </p:spPr>
        <p:txBody>
          <a:bodyPr anchor="b" anchorCtr="0">
            <a:normAutofit/>
          </a:bodyPr>
          <a:lstStyle>
            <a:lvl1pPr marL="0" indent="0" algn="ctr">
              <a:buNone/>
              <a:defRPr sz="1200" b="0" i="0"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nb-NO"/>
              <a:t>Klikk på ikonet for å legge til et bilde</a:t>
            </a:r>
            <a:endParaRPr lang="nb-NO" dirty="0"/>
          </a:p>
        </p:txBody>
      </p:sp>
      <p:pic>
        <p:nvPicPr>
          <p:cNvPr id="5" name="Bilde 3">
            <a:extLst>
              <a:ext uri="{FF2B5EF4-FFF2-40B4-BE49-F238E27FC236}">
                <a16:creationId xmlns:a16="http://schemas.microsoft.com/office/drawing/2014/main" id="{D7CACEFF-2447-38CA-14B2-0A65AE7C10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60000" y="6282000"/>
            <a:ext cx="1657674" cy="43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3973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ELDEKKENDE - sett inn lyst 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ssholder for bilde 5"/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 lIns="2700000" anchor="ctr" anchorCtr="0">
            <a:normAutofit/>
          </a:bodyPr>
          <a:lstStyle>
            <a:lvl1pPr marL="0" indent="0" algn="ctr">
              <a:buNone/>
              <a:defRPr sz="1000" b="0" i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b-NO" dirty="0"/>
              <a:t>Klikk på ikonet for å sette inn lyst bilde</a:t>
            </a:r>
          </a:p>
        </p:txBody>
      </p:sp>
      <p:sp>
        <p:nvSpPr>
          <p:cNvPr id="4" name="Plassholder for tekst 3"/>
          <p:cNvSpPr>
            <a:spLocks noGrp="1"/>
          </p:cNvSpPr>
          <p:nvPr>
            <p:ph type="body" sz="quarter" idx="15" hasCustomPrompt="1"/>
          </p:nvPr>
        </p:nvSpPr>
        <p:spPr>
          <a:xfrm>
            <a:off x="8131359" y="6407992"/>
            <a:ext cx="4060641" cy="450008"/>
          </a:xfrm>
        </p:spPr>
        <p:txBody>
          <a:bodyPr rIns="180000">
            <a:normAutofit/>
          </a:bodyPr>
          <a:lstStyle>
            <a:lvl1pPr marL="0" indent="0" algn="r">
              <a:buNone/>
              <a:defRPr sz="1000" b="0" i="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nb-NO" dirty="0"/>
              <a:t>Foto: © Navn på fotograf og bildebyrå</a:t>
            </a:r>
          </a:p>
        </p:txBody>
      </p:sp>
      <p:sp>
        <p:nvSpPr>
          <p:cNvPr id="5" name="Plassholder for tekst 2"/>
          <p:cNvSpPr>
            <a:spLocks noGrp="1"/>
          </p:cNvSpPr>
          <p:nvPr>
            <p:ph type="body" sz="quarter" idx="17" hasCustomPrompt="1"/>
          </p:nvPr>
        </p:nvSpPr>
        <p:spPr>
          <a:xfrm>
            <a:off x="360000" y="6282000"/>
            <a:ext cx="1659600" cy="432000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lIns="0" tIns="0" rIns="0" bIns="0">
            <a:normAutofit/>
          </a:bodyPr>
          <a:lstStyle>
            <a:lvl1pPr marL="0" indent="0">
              <a:buNone/>
              <a:defRPr sz="200" b="0" i="0"/>
            </a:lvl1pPr>
          </a:lstStyle>
          <a:p>
            <a:pPr lvl="0"/>
            <a:r>
              <a:rPr lang="nb-NO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70364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ELDEKKENDE - sett inn mørkt 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ssholder for bilde 5"/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6858000"/>
          </a:xfrm>
          <a:solidFill>
            <a:schemeClr val="tx2"/>
          </a:solidFill>
        </p:spPr>
        <p:txBody>
          <a:bodyPr lIns="2340000" anchor="ctr" anchorCtr="0">
            <a:normAutofit/>
          </a:bodyPr>
          <a:lstStyle>
            <a:lvl1pPr marL="0" indent="0" algn="ctr">
              <a:buNone/>
              <a:defRPr sz="800" b="0" i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b-NO" dirty="0"/>
              <a:t>Klikk på ikonet for å sette inn mørkt bilde</a:t>
            </a:r>
          </a:p>
        </p:txBody>
      </p:sp>
      <p:sp>
        <p:nvSpPr>
          <p:cNvPr id="4" name="Plassholder for tekst 3"/>
          <p:cNvSpPr>
            <a:spLocks noGrp="1"/>
          </p:cNvSpPr>
          <p:nvPr>
            <p:ph type="body" sz="quarter" idx="15" hasCustomPrompt="1"/>
          </p:nvPr>
        </p:nvSpPr>
        <p:spPr>
          <a:xfrm>
            <a:off x="8131359" y="6407992"/>
            <a:ext cx="4060641" cy="450008"/>
          </a:xfrm>
        </p:spPr>
        <p:txBody>
          <a:bodyPr rIns="180000">
            <a:normAutofit/>
          </a:bodyPr>
          <a:lstStyle>
            <a:lvl1pPr marL="0" indent="0" algn="r">
              <a:buNone/>
              <a:defRPr sz="1000" b="0" i="0" baseline="0">
                <a:solidFill>
                  <a:schemeClr val="bg2">
                    <a:lumMod val="95000"/>
                  </a:schemeClr>
                </a:solidFill>
              </a:defRPr>
            </a:lvl1pPr>
          </a:lstStyle>
          <a:p>
            <a:pPr lvl="0"/>
            <a:r>
              <a:rPr lang="nb-NO" dirty="0"/>
              <a:t>Foto: © Navn på fotograf og bildebyrå</a:t>
            </a:r>
          </a:p>
        </p:txBody>
      </p:sp>
      <p:sp>
        <p:nvSpPr>
          <p:cNvPr id="5" name="Plassholder for tekst 2"/>
          <p:cNvSpPr>
            <a:spLocks noGrp="1"/>
          </p:cNvSpPr>
          <p:nvPr>
            <p:ph type="body" sz="quarter" idx="17" hasCustomPrompt="1"/>
          </p:nvPr>
        </p:nvSpPr>
        <p:spPr>
          <a:xfrm>
            <a:off x="360000" y="6282000"/>
            <a:ext cx="1659600" cy="432000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lIns="0" tIns="0" rIns="0" bIns="0">
            <a:normAutofit/>
          </a:bodyPr>
          <a:lstStyle>
            <a:lvl1pPr marL="0" indent="0">
              <a:buNone/>
              <a:defRPr sz="200" b="0" i="0"/>
            </a:lvl1pPr>
          </a:lstStyle>
          <a:p>
            <a:pPr lvl="0"/>
            <a:r>
              <a:rPr lang="nb-NO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11170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HOLD og BILDE lys bakgrun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ssholder for bilde 9"/>
          <p:cNvSpPr>
            <a:spLocks noGrp="1"/>
          </p:cNvSpPr>
          <p:nvPr>
            <p:ph type="pic" sz="quarter" idx="13" hasCustomPrompt="1"/>
          </p:nvPr>
        </p:nvSpPr>
        <p:spPr>
          <a:xfrm>
            <a:off x="6518858" y="305872"/>
            <a:ext cx="5297508" cy="624625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3708000" anchor="t" anchorCtr="1">
            <a:normAutofit/>
          </a:bodyPr>
          <a:lstStyle>
            <a:lvl1pPr marL="0" indent="0" algn="ctr">
              <a:buNone/>
              <a:defRPr sz="1400" b="0" i="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b-NO" dirty="0"/>
              <a:t>Sett inn bilde</a:t>
            </a:r>
          </a:p>
        </p:txBody>
      </p:sp>
      <p:sp>
        <p:nvSpPr>
          <p:cNvPr id="8" name="Plassholder for tekst 3"/>
          <p:cNvSpPr>
            <a:spLocks noGrp="1"/>
          </p:cNvSpPr>
          <p:nvPr>
            <p:ph type="body" sz="quarter" idx="15" hasCustomPrompt="1"/>
          </p:nvPr>
        </p:nvSpPr>
        <p:spPr>
          <a:xfrm rot="16200000">
            <a:off x="9936001" y="4296802"/>
            <a:ext cx="4060641" cy="450008"/>
          </a:xfrm>
        </p:spPr>
        <p:txBody>
          <a:bodyPr rIns="180000" anchor="ctr" anchorCtr="0">
            <a:normAutofit/>
          </a:bodyPr>
          <a:lstStyle>
            <a:lvl1pPr marL="0" indent="0" algn="l">
              <a:buNone/>
              <a:defRPr sz="1000" b="0" i="0" baseline="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nb-NO" dirty="0"/>
              <a:t>Foto: © Navn på fotograf og bildebyrå</a:t>
            </a:r>
          </a:p>
        </p:txBody>
      </p:sp>
      <p:sp>
        <p:nvSpPr>
          <p:cNvPr id="9" name="Plassholder for tekst 3"/>
          <p:cNvSpPr>
            <a:spLocks noGrp="1"/>
          </p:cNvSpPr>
          <p:nvPr>
            <p:ph type="body" sz="quarter" idx="16" hasCustomPrompt="1"/>
          </p:nvPr>
        </p:nvSpPr>
        <p:spPr>
          <a:xfrm>
            <a:off x="2963426" y="5911117"/>
            <a:ext cx="3456000" cy="244606"/>
          </a:xfrm>
        </p:spPr>
        <p:txBody>
          <a:bodyPr rIns="0">
            <a:normAutofit/>
          </a:bodyPr>
          <a:lstStyle>
            <a:lvl1pPr marL="0" indent="0" algn="r">
              <a:buNone/>
              <a:defRPr sz="1000" b="0" i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nb-NO" dirty="0"/>
              <a:t>Foto- / kildekreditering</a:t>
            </a:r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511EE1B6-8291-5A6E-A4A0-9D9359BE15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227477"/>
            <a:ext cx="5940000" cy="1325563"/>
          </a:xfrm>
          <a:prstGeom prst="rect">
            <a:avLst/>
          </a:prstGeom>
        </p:spPr>
        <p:txBody>
          <a:bodyPr/>
          <a:lstStyle>
            <a:lvl1pPr algn="l">
              <a:defRPr b="0" i="0" baseline="0"/>
            </a:lvl1pPr>
          </a:lstStyle>
          <a:p>
            <a:r>
              <a:rPr lang="nb-NO" dirty="0"/>
              <a:t>Klikk for skrive tittel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4664A28F-3422-3F96-700A-BFA10A0382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427" y="1700213"/>
            <a:ext cx="5940000" cy="420063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</p:txBody>
      </p:sp>
    </p:spTree>
    <p:extLst>
      <p:ext uri="{BB962C8B-B14F-4D97-AF65-F5344CB8AC3E}">
        <p14:creationId xmlns:p14="http://schemas.microsoft.com/office/powerpoint/2010/main" val="3642584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NHOLD og BILDE mørk bakgrun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ssholder for dato 3"/>
          <p:cNvSpPr>
            <a:spLocks noGrp="1"/>
          </p:cNvSpPr>
          <p:nvPr>
            <p:ph type="dt" sz="half" idx="11"/>
          </p:nvPr>
        </p:nvSpPr>
        <p:spPr>
          <a:xfrm>
            <a:off x="9846342" y="6317146"/>
            <a:ext cx="1620000" cy="360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58E6A8A4-7DFE-4265-A355-A1D7289FC2D9}" type="datetime1">
              <a:rPr lang="nb-NO" smtClean="0"/>
              <a:t>02.07.2026</a:t>
            </a:fld>
            <a:endParaRPr lang="nb-NO" dirty="0"/>
          </a:p>
        </p:txBody>
      </p:sp>
      <p:sp>
        <p:nvSpPr>
          <p:cNvPr id="5" name="Plassholder for lysbil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29E3B291-050D-4A82-B0A1-DB349FC61753}" type="slidenum">
              <a:rPr lang="nb-NO" smtClean="0"/>
              <a:pPr/>
              <a:t>‹#›</a:t>
            </a:fld>
            <a:endParaRPr lang="nb-NO" dirty="0"/>
          </a:p>
        </p:txBody>
      </p:sp>
      <p:sp>
        <p:nvSpPr>
          <p:cNvPr id="14" name="Tittel 1"/>
          <p:cNvSpPr>
            <a:spLocks noGrp="1"/>
          </p:cNvSpPr>
          <p:nvPr>
            <p:ph type="title" hasCustomPrompt="1"/>
          </p:nvPr>
        </p:nvSpPr>
        <p:spPr>
          <a:xfrm>
            <a:off x="479428" y="227477"/>
            <a:ext cx="5940000" cy="1325563"/>
          </a:xfrm>
          <a:prstGeom prst="rect">
            <a:avLst/>
          </a:prstGeom>
        </p:spPr>
        <p:txBody>
          <a:bodyPr/>
          <a:lstStyle>
            <a:lvl1pPr algn="l">
              <a:defRPr b="0" i="0" baseline="0"/>
            </a:lvl1pPr>
          </a:lstStyle>
          <a:p>
            <a:r>
              <a:rPr lang="nb-NO" dirty="0"/>
              <a:t>Klikk for skrive tittel</a:t>
            </a:r>
          </a:p>
        </p:txBody>
      </p:sp>
      <p:sp>
        <p:nvSpPr>
          <p:cNvPr id="15" name="Plassholder for innhold 2"/>
          <p:cNvSpPr>
            <a:spLocks noGrp="1"/>
          </p:cNvSpPr>
          <p:nvPr>
            <p:ph idx="1"/>
          </p:nvPr>
        </p:nvSpPr>
        <p:spPr>
          <a:xfrm>
            <a:off x="479428" y="1700213"/>
            <a:ext cx="5940000" cy="420063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</p:txBody>
      </p:sp>
      <p:sp>
        <p:nvSpPr>
          <p:cNvPr id="8" name="Plassholder for tekst 3"/>
          <p:cNvSpPr>
            <a:spLocks noGrp="1"/>
          </p:cNvSpPr>
          <p:nvPr>
            <p:ph type="body" sz="quarter" idx="15" hasCustomPrompt="1"/>
          </p:nvPr>
        </p:nvSpPr>
        <p:spPr>
          <a:xfrm rot="16200000">
            <a:off x="9936676" y="4140000"/>
            <a:ext cx="4060641" cy="450008"/>
          </a:xfrm>
        </p:spPr>
        <p:txBody>
          <a:bodyPr rIns="180000" anchor="ctr" anchorCtr="0">
            <a:normAutofit/>
          </a:bodyPr>
          <a:lstStyle>
            <a:lvl1pPr marL="0" indent="0" algn="l">
              <a:buNone/>
              <a:defRPr sz="1000" b="0" i="0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 lvl="0"/>
            <a:r>
              <a:rPr lang="nb-NO" dirty="0"/>
              <a:t>Foto: © Navn på fotograf og bildebyrå</a:t>
            </a:r>
          </a:p>
        </p:txBody>
      </p:sp>
      <p:sp>
        <p:nvSpPr>
          <p:cNvPr id="9" name="Plassholder for tekst 3"/>
          <p:cNvSpPr>
            <a:spLocks noGrp="1"/>
          </p:cNvSpPr>
          <p:nvPr>
            <p:ph type="body" sz="quarter" idx="16" hasCustomPrompt="1"/>
          </p:nvPr>
        </p:nvSpPr>
        <p:spPr>
          <a:xfrm>
            <a:off x="2963428" y="5925713"/>
            <a:ext cx="3456000" cy="244606"/>
          </a:xfrm>
        </p:spPr>
        <p:txBody>
          <a:bodyPr rIns="0">
            <a:normAutofit/>
          </a:bodyPr>
          <a:lstStyle>
            <a:lvl1pPr marL="0" indent="0" algn="r">
              <a:buNone/>
              <a:defRPr sz="1000" b="0" i="0" baseline="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lvl="0"/>
            <a:r>
              <a:rPr lang="nb-NO" dirty="0"/>
              <a:t>Foto- / kildekreditering</a:t>
            </a:r>
          </a:p>
        </p:txBody>
      </p:sp>
      <p:pic>
        <p:nvPicPr>
          <p:cNvPr id="2" name="Bilde 3">
            <a:extLst>
              <a:ext uri="{FF2B5EF4-FFF2-40B4-BE49-F238E27FC236}">
                <a16:creationId xmlns:a16="http://schemas.microsoft.com/office/drawing/2014/main" id="{2FF1361B-3657-25B8-B078-23EE399B428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60000" y="6282000"/>
            <a:ext cx="1657674" cy="431999"/>
          </a:xfrm>
          <a:prstGeom prst="rect">
            <a:avLst/>
          </a:prstGeom>
        </p:spPr>
      </p:pic>
      <p:sp>
        <p:nvSpPr>
          <p:cNvPr id="6" name="Plassholder for bilde 9">
            <a:extLst>
              <a:ext uri="{FF2B5EF4-FFF2-40B4-BE49-F238E27FC236}">
                <a16:creationId xmlns:a16="http://schemas.microsoft.com/office/drawing/2014/main" id="{97F1DD37-C1F4-C372-1E46-F1EBB49DD1C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18858" y="305872"/>
            <a:ext cx="5297508" cy="6246255"/>
          </a:xfrm>
          <a:prstGeom prst="rect">
            <a:avLst/>
          </a:prstGeom>
          <a:solidFill>
            <a:schemeClr val="tx2"/>
          </a:solidFill>
        </p:spPr>
        <p:txBody>
          <a:bodyPr tIns="3708000" anchor="t" anchorCtr="1">
            <a:normAutofit/>
          </a:bodyPr>
          <a:lstStyle>
            <a:lvl1pPr marL="0" indent="0" algn="ctr">
              <a:buNone/>
              <a:defRPr sz="1400" b="0" i="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b-NO" dirty="0"/>
              <a:t>Sett inn bilde</a:t>
            </a:r>
          </a:p>
        </p:txBody>
      </p:sp>
    </p:spTree>
    <p:extLst>
      <p:ext uri="{BB962C8B-B14F-4D97-AF65-F5344CB8AC3E}">
        <p14:creationId xmlns:p14="http://schemas.microsoft.com/office/powerpoint/2010/main" val="13452864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HOLD og IK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AE7FCDD-2734-A6D5-1488-39E447384DFE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/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1"/>
          </p:nvPr>
        </p:nvSpPr>
        <p:spPr>
          <a:xfrm>
            <a:off x="9846342" y="6317146"/>
            <a:ext cx="1620000" cy="360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C0FCF607-3064-4153-ADD7-8336B3508AE7}" type="datetime1">
              <a:rPr lang="nb-NO" smtClean="0"/>
              <a:t>02.07.2026</a:t>
            </a:fld>
            <a:endParaRPr lang="nb-NO" dirty="0"/>
          </a:p>
        </p:txBody>
      </p:sp>
      <p:sp>
        <p:nvSpPr>
          <p:cNvPr id="5" name="Plassholder for lysbil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fld id="{29E3B291-050D-4A82-B0A1-DB349FC61753}" type="slidenum">
              <a:rPr lang="nb-NO" smtClean="0"/>
              <a:pPr/>
              <a:t>‹#›</a:t>
            </a:fld>
            <a:endParaRPr lang="nb-NO" dirty="0"/>
          </a:p>
        </p:txBody>
      </p:sp>
      <p:sp>
        <p:nvSpPr>
          <p:cNvPr id="14" name="Tittel 1"/>
          <p:cNvSpPr>
            <a:spLocks noGrp="1"/>
          </p:cNvSpPr>
          <p:nvPr>
            <p:ph type="title" hasCustomPrompt="1"/>
          </p:nvPr>
        </p:nvSpPr>
        <p:spPr>
          <a:xfrm>
            <a:off x="479427" y="227477"/>
            <a:ext cx="5166630" cy="1325563"/>
          </a:xfrm>
          <a:prstGeom prst="rect">
            <a:avLst/>
          </a:prstGeom>
        </p:spPr>
        <p:txBody>
          <a:bodyPr/>
          <a:lstStyle>
            <a:lvl1pPr algn="l">
              <a:defRPr b="0" i="0" baseline="0"/>
            </a:lvl1pPr>
          </a:lstStyle>
          <a:p>
            <a:r>
              <a:rPr lang="nb-NO" dirty="0"/>
              <a:t>Klikk for skrive tittel</a:t>
            </a:r>
          </a:p>
        </p:txBody>
      </p:sp>
      <p:sp>
        <p:nvSpPr>
          <p:cNvPr id="15" name="Plassholder for innhold 2"/>
          <p:cNvSpPr>
            <a:spLocks noGrp="1"/>
          </p:cNvSpPr>
          <p:nvPr>
            <p:ph idx="1"/>
          </p:nvPr>
        </p:nvSpPr>
        <p:spPr>
          <a:xfrm>
            <a:off x="479427" y="1700213"/>
            <a:ext cx="5166630" cy="420063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</p:txBody>
      </p:sp>
      <p:sp>
        <p:nvSpPr>
          <p:cNvPr id="3" name="Picture Placeholder 20">
            <a:extLst>
              <a:ext uri="{FF2B5EF4-FFF2-40B4-BE49-F238E27FC236}">
                <a16:creationId xmlns:a16="http://schemas.microsoft.com/office/drawing/2014/main" id="{0B7D1F1C-3933-AB40-45B0-1C7ECDDFAF8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815459" y="2126739"/>
            <a:ext cx="2657081" cy="2604521"/>
          </a:xfrm>
        </p:spPr>
        <p:txBody>
          <a:bodyPr lIns="0" tIns="0" rIns="0" bIns="0">
            <a:noAutofit/>
          </a:bodyPr>
          <a:lstStyle>
            <a:lvl1pPr>
              <a:defRPr sz="1600" b="0" i="0">
                <a:solidFill>
                  <a:schemeClr val="bg1"/>
                </a:solidFill>
              </a:defRPr>
            </a:lvl1pPr>
          </a:lstStyle>
          <a:p>
            <a:r>
              <a:rPr lang="en-NO" dirty="0"/>
              <a:t>Klikk for å legge til ikon</a:t>
            </a:r>
          </a:p>
        </p:txBody>
      </p:sp>
    </p:spTree>
    <p:extLst>
      <p:ext uri="{BB962C8B-B14F-4D97-AF65-F5344CB8AC3E}">
        <p14:creationId xmlns:p14="http://schemas.microsoft.com/office/powerpoint/2010/main" val="1906165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HOLD og ORANGE BØL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AE7FCDD-2734-A6D5-1488-39E447384DFE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14" name="Tittel 1"/>
          <p:cNvSpPr>
            <a:spLocks noGrp="1"/>
          </p:cNvSpPr>
          <p:nvPr>
            <p:ph type="title" hasCustomPrompt="1"/>
          </p:nvPr>
        </p:nvSpPr>
        <p:spPr>
          <a:xfrm>
            <a:off x="479427" y="227477"/>
            <a:ext cx="5400000" cy="1325563"/>
          </a:xfrm>
          <a:prstGeom prst="rect">
            <a:avLst/>
          </a:prstGeom>
        </p:spPr>
        <p:txBody>
          <a:bodyPr/>
          <a:lstStyle>
            <a:lvl1pPr algn="l">
              <a:defRPr b="0" i="0" baseline="0"/>
            </a:lvl1pPr>
          </a:lstStyle>
          <a:p>
            <a:r>
              <a:rPr lang="nb-NO" dirty="0"/>
              <a:t>Klikk for å legge inn tittel</a:t>
            </a:r>
          </a:p>
        </p:txBody>
      </p:sp>
      <p:sp>
        <p:nvSpPr>
          <p:cNvPr id="15" name="Plassholder for innhold 2"/>
          <p:cNvSpPr>
            <a:spLocks noGrp="1"/>
          </p:cNvSpPr>
          <p:nvPr>
            <p:ph idx="1"/>
          </p:nvPr>
        </p:nvSpPr>
        <p:spPr>
          <a:xfrm>
            <a:off x="479427" y="1700213"/>
            <a:ext cx="5400000" cy="420063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14255EE6-8F16-F135-5B34-5961A70EFE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1111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11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HOLD og TURKIS BØL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AE7FCDD-2734-A6D5-1488-39E447384DFE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14" name="Tittel 1"/>
          <p:cNvSpPr>
            <a:spLocks noGrp="1"/>
          </p:cNvSpPr>
          <p:nvPr>
            <p:ph type="title" hasCustomPrompt="1"/>
          </p:nvPr>
        </p:nvSpPr>
        <p:spPr>
          <a:xfrm>
            <a:off x="479427" y="227477"/>
            <a:ext cx="5400000" cy="1325563"/>
          </a:xfrm>
          <a:prstGeom prst="rect">
            <a:avLst/>
          </a:prstGeom>
        </p:spPr>
        <p:txBody>
          <a:bodyPr/>
          <a:lstStyle>
            <a:lvl1pPr algn="l">
              <a:defRPr b="0" i="0" baseline="0"/>
            </a:lvl1pPr>
          </a:lstStyle>
          <a:p>
            <a:r>
              <a:rPr lang="nb-NO" dirty="0"/>
              <a:t>Klikk for å legge inn tittel</a:t>
            </a:r>
          </a:p>
        </p:txBody>
      </p:sp>
      <p:sp>
        <p:nvSpPr>
          <p:cNvPr id="15" name="Plassholder for innhold 2"/>
          <p:cNvSpPr>
            <a:spLocks noGrp="1"/>
          </p:cNvSpPr>
          <p:nvPr>
            <p:ph idx="1"/>
          </p:nvPr>
        </p:nvSpPr>
        <p:spPr>
          <a:xfrm>
            <a:off x="479427" y="1700213"/>
            <a:ext cx="5400000" cy="420063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C21D8AB-215F-6391-7EF6-3FDE8B31EF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1111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50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HOLD og GRØNN BØL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AE7FCDD-2734-A6D5-1488-39E447384DFE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O" dirty="0"/>
          </a:p>
        </p:txBody>
      </p:sp>
      <p:sp>
        <p:nvSpPr>
          <p:cNvPr id="14" name="Tittel 1"/>
          <p:cNvSpPr>
            <a:spLocks noGrp="1"/>
          </p:cNvSpPr>
          <p:nvPr>
            <p:ph type="title" hasCustomPrompt="1"/>
          </p:nvPr>
        </p:nvSpPr>
        <p:spPr>
          <a:xfrm>
            <a:off x="479427" y="227477"/>
            <a:ext cx="5400000" cy="1325563"/>
          </a:xfrm>
          <a:prstGeom prst="rect">
            <a:avLst/>
          </a:prstGeom>
        </p:spPr>
        <p:txBody>
          <a:bodyPr/>
          <a:lstStyle>
            <a:lvl1pPr algn="l">
              <a:defRPr b="0" i="0" baseline="0"/>
            </a:lvl1pPr>
          </a:lstStyle>
          <a:p>
            <a:r>
              <a:rPr lang="nb-NO" dirty="0"/>
              <a:t>Klikk for å legge inn tittel</a:t>
            </a:r>
          </a:p>
        </p:txBody>
      </p:sp>
      <p:sp>
        <p:nvSpPr>
          <p:cNvPr id="15" name="Plassholder for innhold 2"/>
          <p:cNvSpPr>
            <a:spLocks noGrp="1"/>
          </p:cNvSpPr>
          <p:nvPr>
            <p:ph idx="1"/>
          </p:nvPr>
        </p:nvSpPr>
        <p:spPr>
          <a:xfrm>
            <a:off x="479427" y="1700213"/>
            <a:ext cx="5400000" cy="420063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A6D0641-806D-1BA1-89F7-6C2DFBC336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1111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632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TAT lys bakgrun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ssholder for bunntekst 2"/>
          <p:cNvSpPr>
            <a:spLocks noGrp="1"/>
          </p:cNvSpPr>
          <p:nvPr>
            <p:ph type="ftr" sz="quarter" idx="10"/>
          </p:nvPr>
        </p:nvSpPr>
        <p:spPr>
          <a:xfrm>
            <a:off x="2808000" y="6317146"/>
            <a:ext cx="7020000" cy="360000"/>
          </a:xfrm>
        </p:spPr>
        <p:txBody>
          <a:bodyPr/>
          <a:lstStyle>
            <a:lvl1pPr>
              <a:defRPr b="0" i="0"/>
            </a:lvl1pPr>
          </a:lstStyle>
          <a:p>
            <a:endParaRPr lang="nb-NO" dirty="0"/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1"/>
          </p:nvPr>
        </p:nvSpPr>
        <p:spPr>
          <a:xfrm>
            <a:off x="9846342" y="6317146"/>
            <a:ext cx="1620000" cy="360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BDB3AD2-ACE6-4B0E-80F8-9463EC87B5A0}" type="datetime1">
              <a:rPr lang="nb-NO" smtClean="0"/>
              <a:t>02.07.2026</a:t>
            </a:fld>
            <a:endParaRPr lang="nb-NO" dirty="0"/>
          </a:p>
        </p:txBody>
      </p:sp>
      <p:sp>
        <p:nvSpPr>
          <p:cNvPr id="5" name="Plassholder for lysbil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29E3B291-050D-4A82-B0A1-DB349FC61753}" type="slidenum">
              <a:rPr lang="nb-NO" smtClean="0"/>
              <a:pPr/>
              <a:t>‹#›</a:t>
            </a:fld>
            <a:endParaRPr lang="nb-NO" dirty="0"/>
          </a:p>
        </p:txBody>
      </p:sp>
      <p:sp>
        <p:nvSpPr>
          <p:cNvPr id="6" name="Tittel 1"/>
          <p:cNvSpPr>
            <a:spLocks noGrp="1"/>
          </p:cNvSpPr>
          <p:nvPr>
            <p:ph type="ctrTitle" hasCustomPrompt="1"/>
          </p:nvPr>
        </p:nvSpPr>
        <p:spPr>
          <a:xfrm>
            <a:off x="1841810" y="914400"/>
            <a:ext cx="8508380" cy="3801437"/>
          </a:xfrm>
        </p:spPr>
        <p:txBody>
          <a:bodyPr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>
                <a:solidFill>
                  <a:schemeClr val="tx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5400" dirty="0"/>
              <a:t>«</a:t>
            </a:r>
            <a:r>
              <a:rPr lang="nb-NO" dirty="0"/>
              <a:t>Klikk for sette </a:t>
            </a:r>
            <a:br>
              <a:rPr lang="nb-NO" dirty="0"/>
            </a:br>
            <a:r>
              <a:rPr lang="nb-NO" dirty="0"/>
              <a:t>inn et sitat. Husk anførselstegn!</a:t>
            </a:r>
            <a:r>
              <a:rPr lang="nb-NO" sz="5400" dirty="0"/>
              <a:t>»</a:t>
            </a:r>
            <a:endParaRPr lang="nb-NO" dirty="0"/>
          </a:p>
        </p:txBody>
      </p:sp>
      <p:sp>
        <p:nvSpPr>
          <p:cNvPr id="7" name="Plassholder for tekst 7"/>
          <p:cNvSpPr>
            <a:spLocks noGrp="1"/>
          </p:cNvSpPr>
          <p:nvPr>
            <p:ph type="body" sz="quarter" idx="13" hasCustomPrompt="1"/>
          </p:nvPr>
        </p:nvSpPr>
        <p:spPr>
          <a:xfrm>
            <a:off x="1841810" y="4972442"/>
            <a:ext cx="8507412" cy="441325"/>
          </a:xfrm>
        </p:spPr>
        <p:txBody>
          <a:bodyPr>
            <a:normAutofit/>
          </a:bodyPr>
          <a:lstStyle>
            <a:lvl1pPr marL="0" indent="0" algn="ctr">
              <a:buNone/>
              <a:defRPr sz="1800" b="0" i="0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 dirty="0"/>
              <a:t>Navn </a:t>
            </a:r>
            <a:r>
              <a:rPr lang="nb-NO" dirty="0" err="1"/>
              <a:t>Navnesen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4039745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ITAT mørk bakgrun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ctrTitle" hasCustomPrompt="1"/>
          </p:nvPr>
        </p:nvSpPr>
        <p:spPr>
          <a:xfrm>
            <a:off x="1841810" y="914400"/>
            <a:ext cx="8508380" cy="3801437"/>
          </a:xfrm>
        </p:spPr>
        <p:txBody>
          <a:bodyPr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>
                <a:solidFill>
                  <a:schemeClr val="tx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5400" dirty="0"/>
              <a:t>«</a:t>
            </a:r>
            <a:r>
              <a:rPr lang="nb-NO" dirty="0"/>
              <a:t>Klikk for sette </a:t>
            </a:r>
            <a:br>
              <a:rPr lang="nb-NO" dirty="0"/>
            </a:br>
            <a:r>
              <a:rPr lang="nb-NO" dirty="0"/>
              <a:t>inn et sitat. Husk anførselstegn!</a:t>
            </a:r>
            <a:r>
              <a:rPr lang="nb-NO" sz="5400" dirty="0"/>
              <a:t>»</a:t>
            </a:r>
            <a:endParaRPr lang="nb-NO" dirty="0"/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>
          <a:xfrm>
            <a:off x="9846000" y="6318000"/>
            <a:ext cx="1620000" cy="360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6F721D3A-C779-4B9D-8BDD-32446BA0872E}" type="datetime1">
              <a:rPr lang="nb-NO" smtClean="0"/>
              <a:t>02.07.2026</a:t>
            </a:fld>
            <a:endParaRPr lang="nb-NO" dirty="0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>
          <a:xfrm>
            <a:off x="2808000" y="6318000"/>
            <a:ext cx="7020000" cy="360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endParaRPr lang="nb-NO" dirty="0"/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>
          <a:xfrm>
            <a:off x="11556000" y="6318000"/>
            <a:ext cx="450000" cy="360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29E3B291-050D-4A82-B0A1-DB349FC61753}" type="slidenum">
              <a:rPr lang="nb-NO" smtClean="0"/>
              <a:pPr/>
              <a:t>‹#›</a:t>
            </a:fld>
            <a:endParaRPr lang="nb-NO" dirty="0"/>
          </a:p>
        </p:txBody>
      </p:sp>
      <p:sp>
        <p:nvSpPr>
          <p:cNvPr id="8" name="Plassholder for tekst 7"/>
          <p:cNvSpPr>
            <a:spLocks noGrp="1"/>
          </p:cNvSpPr>
          <p:nvPr>
            <p:ph type="body" sz="quarter" idx="13" hasCustomPrompt="1"/>
          </p:nvPr>
        </p:nvSpPr>
        <p:spPr>
          <a:xfrm>
            <a:off x="1841810" y="4972442"/>
            <a:ext cx="8507412" cy="441325"/>
          </a:xfrm>
        </p:spPr>
        <p:txBody>
          <a:bodyPr>
            <a:normAutofit/>
          </a:bodyPr>
          <a:lstStyle>
            <a:lvl1pPr marL="0" indent="0" algn="ctr">
              <a:buNone/>
              <a:defRPr sz="1800" b="0" i="0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 dirty="0"/>
              <a:t>Navn </a:t>
            </a:r>
            <a:r>
              <a:rPr lang="nb-NO" dirty="0" err="1"/>
              <a:t>Navnesen</a:t>
            </a:r>
            <a:endParaRPr lang="nb-NO" dirty="0"/>
          </a:p>
        </p:txBody>
      </p:sp>
      <p:pic>
        <p:nvPicPr>
          <p:cNvPr id="3" name="Bilde 3">
            <a:extLst>
              <a:ext uri="{FF2B5EF4-FFF2-40B4-BE49-F238E27FC236}">
                <a16:creationId xmlns:a16="http://schemas.microsoft.com/office/drawing/2014/main" id="{9D0F6C94-6BCD-7132-9A67-2B263B5A82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60000" y="6282000"/>
            <a:ext cx="1657674" cy="43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2145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250" advClick="0">
        <p:fade/>
      </p:transition>
    </mc:Choice>
    <mc:Fallback xmlns="">
      <p:transition spd="slow" advClick="0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 SIDE lys bakgrun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nb-NO"/>
              <a:t>Klikk for å redigere tittelstil</a:t>
            </a:r>
            <a:endParaRPr lang="nb-NO" dirty="0"/>
          </a:p>
        </p:txBody>
      </p:sp>
      <p:sp>
        <p:nvSpPr>
          <p:cNvPr id="3" name="Plassholder for bunntekst 2"/>
          <p:cNvSpPr>
            <a:spLocks noGrp="1"/>
          </p:cNvSpPr>
          <p:nvPr>
            <p:ph type="ftr" sz="quarter" idx="10"/>
          </p:nvPr>
        </p:nvSpPr>
        <p:spPr>
          <a:xfrm>
            <a:off x="2808000" y="6317146"/>
            <a:ext cx="7020000" cy="360000"/>
          </a:xfrm>
        </p:spPr>
        <p:txBody>
          <a:bodyPr/>
          <a:lstStyle>
            <a:lvl1pPr>
              <a:defRPr b="0" i="0"/>
            </a:lvl1pPr>
          </a:lstStyle>
          <a:p>
            <a:endParaRPr lang="nb-NO" dirty="0"/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1"/>
          </p:nvPr>
        </p:nvSpPr>
        <p:spPr>
          <a:xfrm>
            <a:off x="9846342" y="6317146"/>
            <a:ext cx="1620000" cy="360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C45ECE8-52B1-4346-938E-8F7D5660E5CF}" type="datetime1">
              <a:rPr lang="nb-NO" smtClean="0"/>
              <a:t>02.07.2026</a:t>
            </a:fld>
            <a:endParaRPr lang="nb-NO" dirty="0"/>
          </a:p>
        </p:txBody>
      </p:sp>
      <p:sp>
        <p:nvSpPr>
          <p:cNvPr id="5" name="Plassholder for lysbil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fld id="{29E3B291-050D-4A82-B0A1-DB349FC61753}" type="slidenum">
              <a:rPr lang="nb-NO" smtClean="0"/>
              <a:pPr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42533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M SIDE mørk bakgrun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nb-NO"/>
              <a:t>Klikk for å redigere tittelstil</a:t>
            </a:r>
            <a:endParaRPr lang="nb-NO" dirty="0"/>
          </a:p>
        </p:txBody>
      </p:sp>
      <p:sp>
        <p:nvSpPr>
          <p:cNvPr id="3" name="Plassholder for bunntekst 2"/>
          <p:cNvSpPr>
            <a:spLocks noGrp="1"/>
          </p:cNvSpPr>
          <p:nvPr>
            <p:ph type="ftr" sz="quarter" idx="10"/>
          </p:nvPr>
        </p:nvSpPr>
        <p:spPr>
          <a:xfrm>
            <a:off x="2808000" y="6317146"/>
            <a:ext cx="7020000" cy="360000"/>
          </a:xfrm>
        </p:spPr>
        <p:txBody>
          <a:bodyPr/>
          <a:lstStyle>
            <a:lvl1pPr>
              <a:defRPr b="0" i="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endParaRPr lang="nb-NO" dirty="0"/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1"/>
          </p:nvPr>
        </p:nvSpPr>
        <p:spPr>
          <a:xfrm>
            <a:off x="9846342" y="6317146"/>
            <a:ext cx="1620000" cy="360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FC7C0523-E5DF-457D-9BA4-1C4E47B6D212}" type="datetime1">
              <a:rPr lang="nb-NO" smtClean="0"/>
              <a:t>02.07.2026</a:t>
            </a:fld>
            <a:endParaRPr lang="nb-NO" dirty="0"/>
          </a:p>
        </p:txBody>
      </p:sp>
      <p:sp>
        <p:nvSpPr>
          <p:cNvPr id="5" name="Plassholder for lysbil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29E3B291-050D-4A82-B0A1-DB349FC61753}" type="slidenum">
              <a:rPr lang="nb-NO" smtClean="0"/>
              <a:pPr/>
              <a:t>‹#›</a:t>
            </a:fld>
            <a:endParaRPr lang="nb-NO" dirty="0"/>
          </a:p>
        </p:txBody>
      </p:sp>
      <p:pic>
        <p:nvPicPr>
          <p:cNvPr id="6" name="Bilde 3">
            <a:extLst>
              <a:ext uri="{FF2B5EF4-FFF2-40B4-BE49-F238E27FC236}">
                <a16:creationId xmlns:a16="http://schemas.microsoft.com/office/drawing/2014/main" id="{F86484B0-9954-23E3-1540-0258D4CCDB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60000" y="6282000"/>
            <a:ext cx="1657674" cy="43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010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LTITTEL med oransje bøl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ssholder for tekst 15"/>
          <p:cNvSpPr>
            <a:spLocks noGrp="1"/>
          </p:cNvSpPr>
          <p:nvPr>
            <p:ph type="body" sz="quarter" idx="11" hasCustomPrompt="1"/>
          </p:nvPr>
        </p:nvSpPr>
        <p:spPr>
          <a:xfrm>
            <a:off x="-24000" y="3429000"/>
            <a:ext cx="6120000" cy="1732839"/>
          </a:xfrm>
          <a:solidFill>
            <a:schemeClr val="tx2"/>
          </a:solidFill>
        </p:spPr>
        <p:txBody>
          <a:bodyPr lIns="792000" anchor="ctr">
            <a:norm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3600" b="0" i="0" baseline="0">
                <a:solidFill>
                  <a:schemeClr val="bg1"/>
                </a:solidFill>
                <a:latin typeface="Arial" panose="020B0604020202020204" pitchFamily="34" charset="0"/>
                <a:ea typeface="Open Sans SemiBold" panose="020B07060308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nb-NO" dirty="0"/>
              <a:t>Skriv inn deltittel her</a:t>
            </a:r>
          </a:p>
        </p:txBody>
      </p:sp>
      <p:sp>
        <p:nvSpPr>
          <p:cNvPr id="10" name="Plassholder for tekst 2">
            <a:extLst>
              <a:ext uri="{FF2B5EF4-FFF2-40B4-BE49-F238E27FC236}">
                <a16:creationId xmlns:a16="http://schemas.microsoft.com/office/drawing/2014/main" id="{939D1674-C063-C079-3CFA-98BEE1BA3DE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0000" y="6282000"/>
            <a:ext cx="1659600" cy="432000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lIns="0" tIns="0" rIns="0" bIns="0">
            <a:normAutofit/>
          </a:bodyPr>
          <a:lstStyle>
            <a:lvl1pPr marL="0" indent="0">
              <a:buNone/>
              <a:defRPr sz="200" b="0" i="0"/>
            </a:lvl1pPr>
          </a:lstStyle>
          <a:p>
            <a:pPr lvl="0"/>
            <a:r>
              <a:rPr lang="nb-NO" dirty="0"/>
              <a:t>.</a:t>
            </a:r>
          </a:p>
        </p:txBody>
      </p:sp>
      <p:pic>
        <p:nvPicPr>
          <p:cNvPr id="12" name="Bilde 11" descr="Et bilde som inneholder mørke, natt&#10;&#10;KI-generert innhold kan være feil.">
            <a:extLst>
              <a:ext uri="{FF2B5EF4-FFF2-40B4-BE49-F238E27FC236}">
                <a16:creationId xmlns:a16="http://schemas.microsoft.com/office/drawing/2014/main" id="{F8BAE333-58AD-0C08-3C32-D36CFC0FB62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897" y="-4651283"/>
            <a:ext cx="11509283" cy="11509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934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AUSE oransje bøl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ssholder for bunntekst 2"/>
          <p:cNvSpPr>
            <a:spLocks noGrp="1"/>
          </p:cNvSpPr>
          <p:nvPr>
            <p:ph type="ftr" sz="quarter" idx="10"/>
          </p:nvPr>
        </p:nvSpPr>
        <p:spPr>
          <a:xfrm>
            <a:off x="2808000" y="6317146"/>
            <a:ext cx="7020000" cy="360000"/>
          </a:xfrm>
        </p:spPr>
        <p:txBody>
          <a:bodyPr/>
          <a:lstStyle>
            <a:lvl1pPr>
              <a:defRPr b="0" i="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endParaRPr lang="nb-NO" dirty="0"/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1"/>
          </p:nvPr>
        </p:nvSpPr>
        <p:spPr>
          <a:xfrm>
            <a:off x="9846342" y="6317146"/>
            <a:ext cx="1620000" cy="360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469103CA-404A-4A9B-9EFA-7D70B33306AB}" type="datetime1">
              <a:rPr lang="nb-NO" smtClean="0"/>
              <a:t>02.07.2026</a:t>
            </a:fld>
            <a:endParaRPr lang="nb-NO" dirty="0"/>
          </a:p>
        </p:txBody>
      </p:sp>
      <p:sp>
        <p:nvSpPr>
          <p:cNvPr id="5" name="Plassholder for lysbil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29E3B291-050D-4A82-B0A1-DB349FC61753}" type="slidenum">
              <a:rPr lang="nb-NO" smtClean="0"/>
              <a:pPr/>
              <a:t>‹#›</a:t>
            </a:fld>
            <a:endParaRPr lang="nb-NO" dirty="0"/>
          </a:p>
        </p:txBody>
      </p:sp>
      <p:pic>
        <p:nvPicPr>
          <p:cNvPr id="6" name="Bilde 3">
            <a:extLst>
              <a:ext uri="{FF2B5EF4-FFF2-40B4-BE49-F238E27FC236}">
                <a16:creationId xmlns:a16="http://schemas.microsoft.com/office/drawing/2014/main" id="{F86484B0-9954-23E3-1540-0258D4CCDB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60000" y="6282000"/>
            <a:ext cx="1657674" cy="431999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3BB0C78-E58E-434B-D062-FC42DF8FE0A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49320" b="2"/>
          <a:stretch/>
        </p:blipFill>
        <p:spPr>
          <a:xfrm>
            <a:off x="130834" y="300942"/>
            <a:ext cx="11874694" cy="6017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1698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AUSE blå bøl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ssholder for bunntekst 2"/>
          <p:cNvSpPr>
            <a:spLocks noGrp="1"/>
          </p:cNvSpPr>
          <p:nvPr>
            <p:ph type="ftr" sz="quarter" idx="10"/>
          </p:nvPr>
        </p:nvSpPr>
        <p:spPr>
          <a:xfrm>
            <a:off x="2808000" y="6317146"/>
            <a:ext cx="7020000" cy="360000"/>
          </a:xfrm>
        </p:spPr>
        <p:txBody>
          <a:bodyPr/>
          <a:lstStyle>
            <a:lvl1pPr>
              <a:defRPr b="0" i="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endParaRPr lang="nb-NO" dirty="0"/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1"/>
          </p:nvPr>
        </p:nvSpPr>
        <p:spPr>
          <a:xfrm>
            <a:off x="9846342" y="6317146"/>
            <a:ext cx="1620000" cy="360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58185F45-4D97-47EF-B018-47CE5C2B1D89}" type="datetime1">
              <a:rPr lang="nb-NO" smtClean="0"/>
              <a:t>02.07.2026</a:t>
            </a:fld>
            <a:endParaRPr lang="nb-NO" dirty="0"/>
          </a:p>
        </p:txBody>
      </p:sp>
      <p:sp>
        <p:nvSpPr>
          <p:cNvPr id="5" name="Plassholder for lysbil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29E3B291-050D-4A82-B0A1-DB349FC61753}" type="slidenum">
              <a:rPr lang="nb-NO" smtClean="0"/>
              <a:pPr/>
              <a:t>‹#›</a:t>
            </a:fld>
            <a:endParaRPr lang="nb-NO" dirty="0"/>
          </a:p>
        </p:txBody>
      </p:sp>
      <p:pic>
        <p:nvPicPr>
          <p:cNvPr id="6" name="Bilde 3">
            <a:extLst>
              <a:ext uri="{FF2B5EF4-FFF2-40B4-BE49-F238E27FC236}">
                <a16:creationId xmlns:a16="http://schemas.microsoft.com/office/drawing/2014/main" id="{F86484B0-9954-23E3-1540-0258D4CCDB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60000" y="6282000"/>
            <a:ext cx="1657674" cy="431999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BA356511-591D-ABFF-D972-89F483FF52A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49294"/>
          <a:stretch/>
        </p:blipFill>
        <p:spPr>
          <a:xfrm>
            <a:off x="130834" y="299236"/>
            <a:ext cx="11868333" cy="6017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0555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NIMASJON - full bred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dia Placeholder 6">
            <a:extLst>
              <a:ext uri="{FF2B5EF4-FFF2-40B4-BE49-F238E27FC236}">
                <a16:creationId xmlns:a16="http://schemas.microsoft.com/office/drawing/2014/main" id="{710CF409-D5C2-9C0D-4DC7-660145E47FE7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0" y="0"/>
            <a:ext cx="12192000" cy="6858000"/>
          </a:xfrm>
        </p:spPr>
        <p:txBody>
          <a:bodyPr lIns="360000" tIns="936000" anchor="ctr" anchorCtr="0">
            <a:normAutofit/>
          </a:bodyPr>
          <a:lstStyle>
            <a:lvl1pPr marL="0" indent="0" algn="ctr">
              <a:buNone/>
              <a:defRPr sz="1200" b="0" i="0">
                <a:sym typeface="Wingdings" panose="05000000000000000000" pitchFamily="2" charset="2"/>
              </a:defRPr>
            </a:lvl1pPr>
          </a:lstStyle>
          <a:p>
            <a:r>
              <a:rPr lang="nb-NO" dirty="0"/>
              <a:t>Klikk på ikon for å legge til animasjon. Filer kan lastes ned fra EDs side på design.dep.no</a:t>
            </a:r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1694617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UTTSIDE lys bakgrunn">
    <p:bg>
      <p:bgPr>
        <a:solidFill>
          <a:schemeClr val="accent6">
            <a:lumMod val="20000"/>
            <a:lumOff val="80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493581" y="3011400"/>
            <a:ext cx="3204837" cy="835200"/>
          </a:xfrm>
          <a:prstGeom prst="rect">
            <a:avLst/>
          </a:prstGeom>
          <a:blipFill>
            <a:blip r:embed="rId4">
              <a:alphaModFix amt="80000"/>
            </a:blip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11958680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750" advClick="0" advTm="5000">
        <p:fade/>
      </p:transition>
    </mc:Choice>
    <mc:Fallback xmlns="">
      <p:transition spd="slow" advClick="0" advTm="5000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UTTSIDE mørk bakgrun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k 4">
            <a:extLst>
              <a:ext uri="{FF2B5EF4-FFF2-40B4-BE49-F238E27FC236}">
                <a16:creationId xmlns:a16="http://schemas.microsoft.com/office/drawing/2014/main" id="{842A9C2D-2E0B-352E-8EAC-142F57991F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93581" y="3011400"/>
            <a:ext cx="3204837" cy="83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905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 advTm="5000">
        <p:fade/>
      </p:transition>
    </mc:Choice>
    <mc:Fallback xmlns="">
      <p:transition spd="slow" advClick="0" advTm="5000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SIDE oransje bølge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E556C43A-7679-615C-DFE5-89F1C32963B4}"/>
              </a:ext>
            </a:extLst>
          </p:cNvPr>
          <p:cNvSpPr/>
          <p:nvPr userDrawn="1"/>
        </p:nvSpPr>
        <p:spPr>
          <a:xfrm>
            <a:off x="0" y="850362"/>
            <a:ext cx="12192000" cy="6007638"/>
          </a:xfrm>
          <a:prstGeom prst="rect">
            <a:avLst/>
          </a:prstGeom>
          <a:solidFill>
            <a:srgbClr val="1651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" name="Plassholder for tekst 18"/>
          <p:cNvSpPr>
            <a:spLocks noGrp="1"/>
          </p:cNvSpPr>
          <p:nvPr>
            <p:ph type="body" sz="quarter" idx="23" hasCustomPrompt="1"/>
          </p:nvPr>
        </p:nvSpPr>
        <p:spPr>
          <a:xfrm>
            <a:off x="-28575" y="2032921"/>
            <a:ext cx="6121270" cy="2160000"/>
          </a:xfrm>
          <a:solidFill>
            <a:schemeClr val="accent1">
              <a:lumMod val="75000"/>
            </a:schemeClr>
          </a:solidFill>
        </p:spPr>
        <p:txBody>
          <a:bodyPr lIns="792000" rIns="144000" anchor="ctr" anchorCtr="0">
            <a:noAutofit/>
          </a:bodyPr>
          <a:lstStyle>
            <a:lvl1pPr marL="0" indent="0">
              <a:buNone/>
              <a:defRPr sz="3600" b="0" i="0" baseline="0">
                <a:solidFill>
                  <a:schemeClr val="tx1"/>
                </a:solidFill>
                <a:latin typeface="Arial" panose="020B0604020202020204" pitchFamily="34" charset="0"/>
                <a:ea typeface="Open Sans SemiBold" panose="020B07060308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Tittel</a:t>
            </a:r>
            <a:r>
              <a:rPr lang="en-US" dirty="0"/>
              <a:t> p</a:t>
            </a:r>
            <a:r>
              <a:rPr lang="nb-NO" dirty="0"/>
              <a:t>å maks tre linjer</a:t>
            </a:r>
          </a:p>
        </p:txBody>
      </p:sp>
      <p:sp>
        <p:nvSpPr>
          <p:cNvPr id="3" name="Plassholder for tekst 2"/>
          <p:cNvSpPr>
            <a:spLocks noGrp="1"/>
          </p:cNvSpPr>
          <p:nvPr>
            <p:ph type="body" sz="quarter" idx="16" hasCustomPrompt="1"/>
          </p:nvPr>
        </p:nvSpPr>
        <p:spPr>
          <a:xfrm>
            <a:off x="-28575" y="4192921"/>
            <a:ext cx="6121270" cy="336798"/>
          </a:xfrm>
          <a:solidFill>
            <a:srgbClr val="89A7AC"/>
          </a:solidFill>
        </p:spPr>
        <p:txBody>
          <a:bodyPr tIns="72000" rIns="144000" anchor="ctr" anchorCtr="0">
            <a:noAutofit/>
          </a:bodyPr>
          <a:lstStyle>
            <a:lvl1pPr marL="396000" indent="0" algn="r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None/>
              <a:defRPr sz="1800" b="0" i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Navn</a:t>
            </a:r>
            <a:r>
              <a:rPr lang="en-US" dirty="0"/>
              <a:t> p</a:t>
            </a:r>
            <a:r>
              <a:rPr lang="nb-NO" dirty="0"/>
              <a:t>å foredragsholder</a:t>
            </a:r>
          </a:p>
        </p:txBody>
      </p:sp>
      <p:sp>
        <p:nvSpPr>
          <p:cNvPr id="10" name="Plassholder for tekst 2"/>
          <p:cNvSpPr>
            <a:spLocks noGrp="1"/>
          </p:cNvSpPr>
          <p:nvPr>
            <p:ph type="body" sz="quarter" idx="17" hasCustomPrompt="1"/>
          </p:nvPr>
        </p:nvSpPr>
        <p:spPr>
          <a:xfrm>
            <a:off x="-28575" y="4529719"/>
            <a:ext cx="6121270" cy="336798"/>
          </a:xfrm>
          <a:solidFill>
            <a:srgbClr val="89A7AC"/>
          </a:solidFill>
        </p:spPr>
        <p:txBody>
          <a:bodyPr rIns="144000" bIns="108000" anchor="ctr" anchorCtr="0">
            <a:noAutofit/>
          </a:bodyPr>
          <a:lstStyle>
            <a:lvl1pPr marL="396000" indent="0" algn="r">
              <a:lnSpc>
                <a:spcPts val="23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nb-NO" dirty="0"/>
              <a:t>Sted og dato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F5ECC31-85FA-469C-B5C9-32425B755FE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43600" y="942848"/>
            <a:ext cx="6066972" cy="5822665"/>
          </a:xfrm>
          <a:prstGeom prst="rect">
            <a:avLst/>
          </a:prstGeom>
        </p:spPr>
      </p:pic>
      <p:pic>
        <p:nvPicPr>
          <p:cNvPr id="8" name="Grafikk 7">
            <a:extLst>
              <a:ext uri="{FF2B5EF4-FFF2-40B4-BE49-F238E27FC236}">
                <a16:creationId xmlns:a16="http://schemas.microsoft.com/office/drawing/2014/main" id="{AF4FAC85-6EFF-3A53-5C42-E541A818408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20400" y="126000"/>
            <a:ext cx="2861749" cy="58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4402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25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2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2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25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25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uiExpand="1" build="p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25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25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uiExpand="1" build="p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25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25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uiExpand="1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25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25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SIDE blå bøl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E556C43A-7679-615C-DFE5-89F1C32963B4}"/>
              </a:ext>
            </a:extLst>
          </p:cNvPr>
          <p:cNvSpPr/>
          <p:nvPr userDrawn="1"/>
        </p:nvSpPr>
        <p:spPr>
          <a:xfrm>
            <a:off x="0" y="850362"/>
            <a:ext cx="12192000" cy="60076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" name="Plassholder for tekst 18"/>
          <p:cNvSpPr>
            <a:spLocks noGrp="1"/>
          </p:cNvSpPr>
          <p:nvPr>
            <p:ph type="body" sz="quarter" idx="23" hasCustomPrompt="1"/>
          </p:nvPr>
        </p:nvSpPr>
        <p:spPr>
          <a:xfrm>
            <a:off x="-28575" y="2032921"/>
            <a:ext cx="6121270" cy="2160000"/>
          </a:xfrm>
          <a:solidFill>
            <a:schemeClr val="accent2">
              <a:alpha val="80000"/>
            </a:schemeClr>
          </a:solidFill>
        </p:spPr>
        <p:txBody>
          <a:bodyPr lIns="792000" rIns="144000" anchor="ctr" anchorCtr="0">
            <a:noAutofit/>
          </a:bodyPr>
          <a:lstStyle>
            <a:lvl1pPr marL="0" indent="0">
              <a:buNone/>
              <a:defRPr sz="3600" b="0" i="0" baseline="0">
                <a:solidFill>
                  <a:schemeClr val="tx1"/>
                </a:solidFill>
                <a:latin typeface="Arial" panose="020B0604020202020204" pitchFamily="34" charset="0"/>
                <a:ea typeface="Open Sans SemiBold" panose="020B07060308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Tittel</a:t>
            </a:r>
            <a:r>
              <a:rPr lang="en-US" dirty="0"/>
              <a:t> p</a:t>
            </a:r>
            <a:r>
              <a:rPr lang="nb-NO" dirty="0"/>
              <a:t>å maks tre linjer</a:t>
            </a:r>
          </a:p>
        </p:txBody>
      </p:sp>
      <p:sp>
        <p:nvSpPr>
          <p:cNvPr id="3" name="Plassholder for tekst 2"/>
          <p:cNvSpPr>
            <a:spLocks noGrp="1"/>
          </p:cNvSpPr>
          <p:nvPr>
            <p:ph type="body" sz="quarter" idx="16" hasCustomPrompt="1"/>
          </p:nvPr>
        </p:nvSpPr>
        <p:spPr>
          <a:xfrm>
            <a:off x="-28575" y="4192921"/>
            <a:ext cx="6121270" cy="336798"/>
          </a:xfrm>
          <a:solidFill>
            <a:schemeClr val="bg2">
              <a:alpha val="71000"/>
            </a:schemeClr>
          </a:solidFill>
        </p:spPr>
        <p:txBody>
          <a:bodyPr tIns="72000" rIns="144000" anchor="ctr" anchorCtr="0">
            <a:noAutofit/>
          </a:bodyPr>
          <a:lstStyle>
            <a:lvl1pPr marL="396000" indent="0" algn="r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None/>
              <a:defRPr sz="1800" b="0" i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 err="1"/>
              <a:t>Navn</a:t>
            </a:r>
            <a:r>
              <a:rPr lang="en-US" dirty="0"/>
              <a:t> p</a:t>
            </a:r>
            <a:r>
              <a:rPr lang="nb-NO" dirty="0"/>
              <a:t>å foredragsholder</a:t>
            </a:r>
          </a:p>
        </p:txBody>
      </p:sp>
      <p:sp>
        <p:nvSpPr>
          <p:cNvPr id="10" name="Plassholder for tekst 2"/>
          <p:cNvSpPr>
            <a:spLocks noGrp="1"/>
          </p:cNvSpPr>
          <p:nvPr>
            <p:ph type="body" sz="quarter" idx="17" hasCustomPrompt="1"/>
          </p:nvPr>
        </p:nvSpPr>
        <p:spPr>
          <a:xfrm>
            <a:off x="-28575" y="4529719"/>
            <a:ext cx="6121270" cy="336798"/>
          </a:xfrm>
          <a:solidFill>
            <a:schemeClr val="bg2">
              <a:alpha val="71000"/>
            </a:schemeClr>
          </a:solidFill>
        </p:spPr>
        <p:txBody>
          <a:bodyPr rIns="144000" bIns="108000" anchor="ctr" anchorCtr="0">
            <a:noAutofit/>
          </a:bodyPr>
          <a:lstStyle>
            <a:lvl1pPr marL="396000" indent="0" algn="r">
              <a:lnSpc>
                <a:spcPts val="2300"/>
              </a:lnSpc>
              <a:spcBef>
                <a:spcPts val="0"/>
              </a:spcBef>
              <a:buNone/>
              <a:defRPr sz="14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nb-NO" dirty="0"/>
              <a:t>Sted og dato</a:t>
            </a:r>
          </a:p>
        </p:txBody>
      </p:sp>
      <p:pic>
        <p:nvPicPr>
          <p:cNvPr id="5" name="Picture 15">
            <a:extLst>
              <a:ext uri="{FF2B5EF4-FFF2-40B4-BE49-F238E27FC236}">
                <a16:creationId xmlns:a16="http://schemas.microsoft.com/office/drawing/2014/main" id="{B4BA02FC-92F4-AC6E-990C-BE415D9AA9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65753" y="942848"/>
            <a:ext cx="5822665" cy="5822665"/>
          </a:xfrm>
          <a:prstGeom prst="rect">
            <a:avLst/>
          </a:prstGeom>
        </p:spPr>
      </p:pic>
      <p:pic>
        <p:nvPicPr>
          <p:cNvPr id="6" name="Grafikk 5">
            <a:extLst>
              <a:ext uri="{FF2B5EF4-FFF2-40B4-BE49-F238E27FC236}">
                <a16:creationId xmlns:a16="http://schemas.microsoft.com/office/drawing/2014/main" id="{376BC4DB-A5AB-08D4-9194-B9F1F074FAB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20400" y="126000"/>
            <a:ext cx="2861749" cy="58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7821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25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2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2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25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25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uiExpand="1" build="p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25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25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uiExpand="1" build="p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25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25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uiExpand="1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25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25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SIDE sett inn eget bil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ssholder for bilde 9">
            <a:extLst>
              <a:ext uri="{FF2B5EF4-FFF2-40B4-BE49-F238E27FC236}">
                <a16:creationId xmlns:a16="http://schemas.microsoft.com/office/drawing/2014/main" id="{019EB75A-1399-6A50-8097-614C96045A7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0624" y="850363"/>
            <a:ext cx="12192000" cy="6007638"/>
          </a:xfrm>
          <a:prstGeom prst="rect">
            <a:avLst/>
          </a:prstGeom>
          <a:solidFill>
            <a:schemeClr val="tx2">
              <a:lumMod val="90000"/>
            </a:schemeClr>
          </a:solidFill>
        </p:spPr>
        <p:txBody>
          <a:bodyPr tIns="2880000" anchor="t" anchorCtr="1">
            <a:normAutofit/>
          </a:bodyPr>
          <a:lstStyle>
            <a:lvl1pPr marL="4680000" indent="0" algn="ctr">
              <a:buNone/>
              <a:defRPr sz="1800" b="0" i="0" baseline="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nb-NO" dirty="0"/>
              <a:t>Klikk på ikonet for å sette inn bilde</a:t>
            </a:r>
          </a:p>
        </p:txBody>
      </p:sp>
      <p:sp>
        <p:nvSpPr>
          <p:cNvPr id="22" name="Plassholder for tekst 18"/>
          <p:cNvSpPr>
            <a:spLocks noGrp="1"/>
          </p:cNvSpPr>
          <p:nvPr>
            <p:ph type="body" sz="quarter" idx="23" hasCustomPrompt="1"/>
          </p:nvPr>
        </p:nvSpPr>
        <p:spPr>
          <a:xfrm>
            <a:off x="-28575" y="2032921"/>
            <a:ext cx="6121270" cy="2160000"/>
          </a:xfrm>
          <a:solidFill>
            <a:schemeClr val="accent1">
              <a:alpha val="80000"/>
            </a:schemeClr>
          </a:solidFill>
        </p:spPr>
        <p:txBody>
          <a:bodyPr lIns="792000" rIns="144000" anchor="ctr" anchorCtr="0">
            <a:noAutofit/>
          </a:bodyPr>
          <a:lstStyle>
            <a:lvl1pPr marL="0" indent="0">
              <a:buNone/>
              <a:defRPr sz="3600" b="0" i="0" baseline="0">
                <a:solidFill>
                  <a:schemeClr val="tx1"/>
                </a:solidFill>
                <a:latin typeface="Arial" panose="020B0604020202020204" pitchFamily="34" charset="0"/>
                <a:ea typeface="Open Sans SemiBold" panose="020B07060308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Tittel</a:t>
            </a:r>
            <a:r>
              <a:rPr lang="en-US" dirty="0"/>
              <a:t> p</a:t>
            </a:r>
            <a:r>
              <a:rPr lang="nb-NO" dirty="0"/>
              <a:t>å maks tre linjer</a:t>
            </a:r>
          </a:p>
        </p:txBody>
      </p:sp>
      <p:sp>
        <p:nvSpPr>
          <p:cNvPr id="3" name="Plassholder for tekst 2"/>
          <p:cNvSpPr>
            <a:spLocks noGrp="1"/>
          </p:cNvSpPr>
          <p:nvPr>
            <p:ph type="body" sz="quarter" idx="16" hasCustomPrompt="1"/>
          </p:nvPr>
        </p:nvSpPr>
        <p:spPr>
          <a:xfrm>
            <a:off x="-28575" y="4192921"/>
            <a:ext cx="6121270" cy="336798"/>
          </a:xfrm>
          <a:solidFill>
            <a:srgbClr val="89A7AC">
              <a:alpha val="71000"/>
            </a:srgbClr>
          </a:solidFill>
        </p:spPr>
        <p:txBody>
          <a:bodyPr tIns="72000" rIns="144000" anchor="ctr" anchorCtr="0">
            <a:noAutofit/>
          </a:bodyPr>
          <a:lstStyle>
            <a:lvl1pPr marL="396000" indent="0" algn="r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None/>
              <a:defRPr sz="1800" b="0" i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Navn</a:t>
            </a:r>
            <a:r>
              <a:rPr lang="en-US" dirty="0"/>
              <a:t> p</a:t>
            </a:r>
            <a:r>
              <a:rPr lang="nb-NO" dirty="0"/>
              <a:t>å foredragsholder</a:t>
            </a:r>
          </a:p>
        </p:txBody>
      </p:sp>
      <p:sp>
        <p:nvSpPr>
          <p:cNvPr id="10" name="Plassholder for tekst 2"/>
          <p:cNvSpPr>
            <a:spLocks noGrp="1"/>
          </p:cNvSpPr>
          <p:nvPr>
            <p:ph type="body" sz="quarter" idx="17" hasCustomPrompt="1"/>
          </p:nvPr>
        </p:nvSpPr>
        <p:spPr>
          <a:xfrm>
            <a:off x="-28575" y="4529719"/>
            <a:ext cx="6121270" cy="336798"/>
          </a:xfrm>
          <a:solidFill>
            <a:srgbClr val="89A7AC">
              <a:alpha val="71000"/>
            </a:srgbClr>
          </a:solidFill>
        </p:spPr>
        <p:txBody>
          <a:bodyPr rIns="144000" bIns="108000" anchor="ctr" anchorCtr="0">
            <a:noAutofit/>
          </a:bodyPr>
          <a:lstStyle>
            <a:lvl1pPr marL="396000" indent="0" algn="r">
              <a:lnSpc>
                <a:spcPts val="23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nb-NO" dirty="0"/>
              <a:t>Sted og dato</a:t>
            </a:r>
          </a:p>
        </p:txBody>
      </p:sp>
      <p:pic>
        <p:nvPicPr>
          <p:cNvPr id="2" name="Grafikk 1">
            <a:extLst>
              <a:ext uri="{FF2B5EF4-FFF2-40B4-BE49-F238E27FC236}">
                <a16:creationId xmlns:a16="http://schemas.microsoft.com/office/drawing/2014/main" id="{EE4E7A2A-E698-8685-8E1B-12819EBD3A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20400" y="126000"/>
            <a:ext cx="2861749" cy="58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3813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25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2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2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25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25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uiExpand="1" build="p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25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25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uiExpand="1" build="p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25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25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uiExpand="1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25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25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TEL og INNHOLD_lys bakgrunn">
    <p:bg>
      <p:bgPr>
        <a:solidFill>
          <a:schemeClr val="accent6">
            <a:lumMod val="20000"/>
            <a:lumOff val="80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 b="0" i="0" baseline="0">
                <a:latin typeface="Arial" panose="020B0604020202020204" pitchFamily="34" charset="0"/>
                <a:ea typeface="Open Sans Semibold" panose="020B0706030804020204" pitchFamily="34" charset="0"/>
                <a:cs typeface="Arial" panose="020B0604020202020204" pitchFamily="34" charset="0"/>
              </a:defRPr>
            </a:lvl1pPr>
          </a:lstStyle>
          <a:p>
            <a:r>
              <a:rPr lang="nb-NO" dirty="0"/>
              <a:t>Klikk for å skrive tittel</a:t>
            </a:r>
          </a:p>
        </p:txBody>
      </p:sp>
      <p:sp>
        <p:nvSpPr>
          <p:cNvPr id="3" name="Plassholder for innhold 2"/>
          <p:cNvSpPr>
            <a:spLocks noGrp="1"/>
          </p:cNvSpPr>
          <p:nvPr>
            <p:ph idx="1" hasCustomPrompt="1"/>
          </p:nvPr>
        </p:nvSpPr>
        <p:spPr/>
        <p:txBody>
          <a:bodyPr>
            <a:noAutofit/>
          </a:bodyPr>
          <a:lstStyle>
            <a:lvl1pPr>
              <a:defRPr b="0" i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1pPr>
            <a:lvl2pPr>
              <a:defRPr b="0" i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2pPr>
            <a:lvl3pPr>
              <a:defRPr b="0" i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4pPr>
            <a:lvl5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nb-NO" dirty="0"/>
              <a:t>Klikk for å legge til tekst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>
          <a:xfrm>
            <a:off x="9846000" y="6318000"/>
            <a:ext cx="1620000" cy="36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F4514F-D6FC-4891-BE5B-46287F327F15}" type="datetime1">
              <a:rPr kumimoji="0" lang="nb-NO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02.07.2026</a:t>
            </a:fld>
            <a:endParaRPr kumimoji="0" lang="nb-NO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>
          <a:xfrm>
            <a:off x="11555999" y="6318000"/>
            <a:ext cx="450000" cy="360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E3B291-050D-4A82-B0A1-DB349FC61753}" type="slidenum">
              <a:rPr kumimoji="0" lang="nb-NO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nb-NO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Plassholder for bunntekst 4"/>
          <p:cNvSpPr>
            <a:spLocks noGrp="1"/>
          </p:cNvSpPr>
          <p:nvPr>
            <p:ph type="ftr" sz="quarter" idx="3"/>
          </p:nvPr>
        </p:nvSpPr>
        <p:spPr>
          <a:xfrm>
            <a:off x="2808000" y="6318000"/>
            <a:ext cx="702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="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Plassholder for tekst 3"/>
          <p:cNvSpPr>
            <a:spLocks noGrp="1"/>
          </p:cNvSpPr>
          <p:nvPr>
            <p:ph type="body" sz="quarter" idx="15" hasCustomPrompt="1"/>
          </p:nvPr>
        </p:nvSpPr>
        <p:spPr>
          <a:xfrm>
            <a:off x="9846000" y="5698836"/>
            <a:ext cx="2150771" cy="478127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1000" b="0" i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nb-NO" dirty="0"/>
              <a:t>Foto- / kildekreditering</a:t>
            </a:r>
          </a:p>
        </p:txBody>
      </p:sp>
    </p:spTree>
    <p:extLst>
      <p:ext uri="{BB962C8B-B14F-4D97-AF65-F5344CB8AC3E}">
        <p14:creationId xmlns:p14="http://schemas.microsoft.com/office/powerpoint/2010/main" val="4220869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TEL og INNHOLD_mørk bakgrun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 b="0" i="0" baseline="0">
                <a:latin typeface="Arial" panose="020B0604020202020204" pitchFamily="34" charset="0"/>
                <a:ea typeface="Open Sans Semibold" panose="020B0706030804020204" pitchFamily="34" charset="0"/>
                <a:cs typeface="Arial" panose="020B0604020202020204" pitchFamily="34" charset="0"/>
              </a:defRPr>
            </a:lvl1pPr>
          </a:lstStyle>
          <a:p>
            <a:r>
              <a:rPr lang="nb-NO" dirty="0"/>
              <a:t>Klikk for å skrive tittel</a:t>
            </a:r>
          </a:p>
        </p:txBody>
      </p:sp>
      <p:sp>
        <p:nvSpPr>
          <p:cNvPr id="3" name="Plassholder for innhold 2"/>
          <p:cNvSpPr>
            <a:spLocks noGrp="1"/>
          </p:cNvSpPr>
          <p:nvPr>
            <p:ph idx="1" hasCustomPrompt="1"/>
          </p:nvPr>
        </p:nvSpPr>
        <p:spPr/>
        <p:txBody>
          <a:bodyPr>
            <a:noAutofit/>
          </a:bodyPr>
          <a:lstStyle>
            <a:lvl1pPr>
              <a:defRPr b="0" i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1pPr>
            <a:lvl2pPr>
              <a:defRPr b="0" i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2pPr>
            <a:lvl3pPr>
              <a:defRPr b="0" i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nb-NO" dirty="0"/>
              <a:t>Klikk for å legge til tekst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>
          <a:xfrm>
            <a:off x="9846000" y="6318000"/>
            <a:ext cx="1620000" cy="360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0E8E04-0CF4-4F18-AA19-97E516B38B26}" type="datetime1">
              <a:rPr kumimoji="0" lang="nb-NO" sz="1000" b="0" i="0" u="none" strike="noStrike" kern="1200" cap="none" spc="0" normalizeH="0" baseline="0" noProof="0" smtClean="0">
                <a:ln>
                  <a:noFill/>
                </a:ln>
                <a:solidFill>
                  <a:srgbClr val="E7E6E6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02.07.2026</a:t>
            </a:fld>
            <a:endParaRPr kumimoji="0" lang="nb-NO" sz="10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75000"/>
                </a:srgbClr>
              </a:solidFill>
              <a:effectLst/>
              <a:uLnTx/>
              <a:uFillTx/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>
          <a:xfrm>
            <a:off x="11556000" y="6318000"/>
            <a:ext cx="450000" cy="360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E3B291-050D-4A82-B0A1-DB349FC61753}" type="slidenum">
              <a:rPr kumimoji="0" lang="nb-NO" sz="1000" b="0" i="0" u="none" strike="noStrike" kern="1200" cap="none" spc="0" normalizeH="0" baseline="0" noProof="0" smtClean="0">
                <a:ln>
                  <a:noFill/>
                </a:ln>
                <a:solidFill>
                  <a:srgbClr val="E7E6E6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nb-NO" sz="10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75000"/>
                </a:srgbClr>
              </a:solidFill>
              <a:effectLst/>
              <a:uLnTx/>
              <a:uFillTx/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Plassholder for bunntekst 4"/>
          <p:cNvSpPr>
            <a:spLocks noGrp="1"/>
          </p:cNvSpPr>
          <p:nvPr>
            <p:ph type="ftr" sz="quarter" idx="3"/>
          </p:nvPr>
        </p:nvSpPr>
        <p:spPr>
          <a:xfrm>
            <a:off x="2808000" y="6318000"/>
            <a:ext cx="702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="0" i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0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75000"/>
                </a:srgbClr>
              </a:solidFill>
              <a:effectLst/>
              <a:uLnTx/>
              <a:uFillTx/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Plassholder for tekst 3"/>
          <p:cNvSpPr>
            <a:spLocks noGrp="1"/>
          </p:cNvSpPr>
          <p:nvPr>
            <p:ph type="body" sz="quarter" idx="15" hasCustomPrompt="1"/>
          </p:nvPr>
        </p:nvSpPr>
        <p:spPr>
          <a:xfrm>
            <a:off x="9855235" y="5698836"/>
            <a:ext cx="2150771" cy="478127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1000" b="0" i="0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 lvl="0"/>
            <a:r>
              <a:rPr lang="nb-NO" dirty="0"/>
              <a:t>Foto- / kildekreditering</a:t>
            </a:r>
          </a:p>
        </p:txBody>
      </p:sp>
      <p:pic>
        <p:nvPicPr>
          <p:cNvPr id="5" name="Bilde 3">
            <a:extLst>
              <a:ext uri="{FF2B5EF4-FFF2-40B4-BE49-F238E27FC236}">
                <a16:creationId xmlns:a16="http://schemas.microsoft.com/office/drawing/2014/main" id="{75332144-E0B1-863E-5011-0276AEB572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60000" y="6282000"/>
            <a:ext cx="2119819" cy="4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4010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NNHOLDSDELER lys bakgrunn">
    <p:bg>
      <p:bgPr>
        <a:solidFill>
          <a:schemeClr val="accent6">
            <a:lumMod val="20000"/>
            <a:lumOff val="80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ssholder for innhold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106732"/>
          </a:xfrm>
          <a:noFill/>
        </p:spPr>
        <p:txBody>
          <a:bodyPr>
            <a:noAutofit/>
          </a:bodyPr>
          <a:lstStyle>
            <a:lvl1pPr>
              <a:defRPr b="0" i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1pPr>
            <a:lvl2pPr>
              <a:defRPr b="0" i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2pPr>
            <a:lvl3pPr>
              <a:defRPr b="0" i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4pPr>
            <a:lvl5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nb-NO" dirty="0"/>
              <a:t>Klikk for å legge til innhold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</p:txBody>
      </p:sp>
      <p:sp>
        <p:nvSpPr>
          <p:cNvPr id="2" name="Tit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 baseline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1pPr>
          </a:lstStyle>
          <a:p>
            <a:r>
              <a:rPr lang="nb-NO" dirty="0"/>
              <a:t>Klikk for å skrive tittel</a:t>
            </a:r>
          </a:p>
        </p:txBody>
      </p:sp>
      <p:sp>
        <p:nvSpPr>
          <p:cNvPr id="3" name="Plassholder for innhold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106732"/>
          </a:xfrm>
        </p:spPr>
        <p:txBody>
          <a:bodyPr/>
          <a:lstStyle>
            <a:lvl1pPr>
              <a:defRPr b="0" i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1pPr>
            <a:lvl2pPr>
              <a:defRPr b="0" i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2pPr>
            <a:lvl3pPr>
              <a:defRPr b="0" i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4pPr>
            <a:lvl5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nb-NO" dirty="0"/>
              <a:t>Klikk for å legge til innhold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</p:txBody>
      </p:sp>
      <p:sp>
        <p:nvSpPr>
          <p:cNvPr id="5" name="Plassholder for dato 4"/>
          <p:cNvSpPr>
            <a:spLocks noGrp="1"/>
          </p:cNvSpPr>
          <p:nvPr>
            <p:ph type="dt" sz="half" idx="10"/>
          </p:nvPr>
        </p:nvSpPr>
        <p:spPr>
          <a:xfrm>
            <a:off x="9846000" y="6318000"/>
            <a:ext cx="1620000" cy="360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35720D-2422-4CFA-8007-344F7215A33F}" type="datetime1">
              <a:rPr kumimoji="0" lang="nb-NO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02.07.2026</a:t>
            </a:fld>
            <a:endParaRPr kumimoji="0" lang="nb-NO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11"/>
          </p:nvPr>
        </p:nvSpPr>
        <p:spPr>
          <a:xfrm>
            <a:off x="2808000" y="6318000"/>
            <a:ext cx="7020000" cy="360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12"/>
          </p:nvPr>
        </p:nvSpPr>
        <p:spPr>
          <a:xfrm>
            <a:off x="11555999" y="6318000"/>
            <a:ext cx="450000" cy="360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E3B291-050D-4A82-B0A1-DB349FC61753}" type="slidenum">
              <a:rPr kumimoji="0" lang="nb-NO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nb-NO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Plassholder for tekst 3"/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5932357"/>
            <a:ext cx="5181600" cy="244606"/>
          </a:xfrm>
        </p:spPr>
        <p:txBody>
          <a:bodyPr rIns="0">
            <a:normAutofit/>
          </a:bodyPr>
          <a:lstStyle>
            <a:lvl1pPr marL="0" indent="0" algn="r">
              <a:buNone/>
              <a:defRPr sz="1000" b="0" i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nb-NO" dirty="0"/>
              <a:t>Foto- / kildekreditering</a:t>
            </a:r>
          </a:p>
        </p:txBody>
      </p:sp>
      <p:sp>
        <p:nvSpPr>
          <p:cNvPr id="9" name="Plassholder for tekst 3"/>
          <p:cNvSpPr>
            <a:spLocks noGrp="1"/>
          </p:cNvSpPr>
          <p:nvPr>
            <p:ph type="body" sz="quarter" idx="16" hasCustomPrompt="1"/>
          </p:nvPr>
        </p:nvSpPr>
        <p:spPr>
          <a:xfrm>
            <a:off x="6172200" y="5932357"/>
            <a:ext cx="5181600" cy="244606"/>
          </a:xfrm>
        </p:spPr>
        <p:txBody>
          <a:bodyPr rIns="0">
            <a:normAutofit/>
          </a:bodyPr>
          <a:lstStyle>
            <a:lvl1pPr marL="0" indent="0" algn="r">
              <a:buNone/>
              <a:defRPr sz="1000" b="0" i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nb-NO" dirty="0"/>
              <a:t>Foto- /kildekreditering</a:t>
            </a:r>
          </a:p>
        </p:txBody>
      </p:sp>
    </p:spTree>
    <p:extLst>
      <p:ext uri="{BB962C8B-B14F-4D97-AF65-F5344CB8AC3E}">
        <p14:creationId xmlns:p14="http://schemas.microsoft.com/office/powerpoint/2010/main" val="1973463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INNHOLDSDELER mørk bakgrun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 baseline="0"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1pPr>
          </a:lstStyle>
          <a:p>
            <a:r>
              <a:rPr lang="nb-NO" dirty="0"/>
              <a:t>Klikk for å skrive tittel</a:t>
            </a:r>
          </a:p>
        </p:txBody>
      </p:sp>
      <p:sp>
        <p:nvSpPr>
          <p:cNvPr id="3" name="Plassholder for innhold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106732"/>
          </a:xfr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nb-NO" dirty="0"/>
              <a:t>Klikk for å legge til innhold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</p:txBody>
      </p:sp>
      <p:sp>
        <p:nvSpPr>
          <p:cNvPr id="4" name="Plassholder for innhold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106732"/>
          </a:xfr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nb-NO" dirty="0"/>
              <a:t>Klikk for å legge til innhold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</p:txBody>
      </p:sp>
      <p:sp>
        <p:nvSpPr>
          <p:cNvPr id="5" name="Plassholder for dato 4"/>
          <p:cNvSpPr>
            <a:spLocks noGrp="1"/>
          </p:cNvSpPr>
          <p:nvPr>
            <p:ph type="dt" sz="half" idx="10"/>
          </p:nvPr>
        </p:nvSpPr>
        <p:spPr>
          <a:xfrm>
            <a:off x="9846000" y="6318000"/>
            <a:ext cx="1620000" cy="360000"/>
          </a:xfrm>
          <a:prstGeom prst="rect">
            <a:avLst/>
          </a:prstGeom>
        </p:spPr>
        <p:txBody>
          <a:bodyPr/>
          <a:lstStyle>
            <a:lvl1pPr>
              <a:defRPr sz="1000" b="0" i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B0A0B5-B540-40B8-84BE-138C8231A151}" type="datetime1">
              <a:rPr kumimoji="0" lang="nb-NO" sz="1000" b="0" i="0" u="none" strike="noStrike" kern="1200" cap="none" spc="0" normalizeH="0" baseline="0" noProof="0" smtClean="0">
                <a:ln>
                  <a:noFill/>
                </a:ln>
                <a:solidFill>
                  <a:srgbClr val="E7E6E6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02.07.2026</a:t>
            </a:fld>
            <a:endParaRPr kumimoji="0" lang="nb-NO" sz="10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75000"/>
                </a:srgbClr>
              </a:solidFill>
              <a:effectLst/>
              <a:uLnTx/>
              <a:uFillTx/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11"/>
          </p:nvPr>
        </p:nvSpPr>
        <p:spPr>
          <a:xfrm>
            <a:off x="2808000" y="6318000"/>
            <a:ext cx="7020000" cy="360000"/>
          </a:xfrm>
          <a:prstGeom prst="rect">
            <a:avLst/>
          </a:prstGeom>
        </p:spPr>
        <p:txBody>
          <a:bodyPr/>
          <a:lstStyle>
            <a:lvl1pPr>
              <a:defRPr sz="1000" b="0" i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0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75000"/>
                </a:srgbClr>
              </a:solidFill>
              <a:effectLst/>
              <a:uLnTx/>
              <a:uFillTx/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12"/>
          </p:nvPr>
        </p:nvSpPr>
        <p:spPr>
          <a:xfrm>
            <a:off x="11556000" y="6318000"/>
            <a:ext cx="450000" cy="360000"/>
          </a:xfrm>
          <a:prstGeom prst="rect">
            <a:avLst/>
          </a:prstGeom>
        </p:spPr>
        <p:txBody>
          <a:bodyPr/>
          <a:lstStyle>
            <a:lvl1pPr>
              <a:defRPr sz="900" b="0" i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E3B291-050D-4A82-B0A1-DB349FC61753}" type="slidenum">
              <a:rPr kumimoji="0" lang="nb-NO" sz="900" b="0" i="0" u="none" strike="noStrike" kern="1200" cap="none" spc="0" normalizeH="0" baseline="0" noProof="0" smtClean="0">
                <a:ln>
                  <a:noFill/>
                </a:ln>
                <a:solidFill>
                  <a:srgbClr val="E7E6E6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nb-NO" sz="9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75000"/>
                </a:srgbClr>
              </a:solidFill>
              <a:effectLst/>
              <a:uLnTx/>
              <a:uFillTx/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Plassholder for tekst 3"/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5932357"/>
            <a:ext cx="5181600" cy="244606"/>
          </a:xfrm>
        </p:spPr>
        <p:txBody>
          <a:bodyPr>
            <a:normAutofit/>
          </a:bodyPr>
          <a:lstStyle>
            <a:lvl1pPr marL="0" indent="0" algn="r">
              <a:buNone/>
              <a:defRPr sz="1000" b="0" i="0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 lvl="0"/>
            <a:r>
              <a:rPr lang="nb-NO" dirty="0"/>
              <a:t>Foto- / kildekreditering</a:t>
            </a:r>
          </a:p>
        </p:txBody>
      </p:sp>
      <p:sp>
        <p:nvSpPr>
          <p:cNvPr id="9" name="Plassholder for tekst 3"/>
          <p:cNvSpPr>
            <a:spLocks noGrp="1"/>
          </p:cNvSpPr>
          <p:nvPr>
            <p:ph type="body" sz="quarter" idx="16" hasCustomPrompt="1"/>
          </p:nvPr>
        </p:nvSpPr>
        <p:spPr>
          <a:xfrm>
            <a:off x="6172200" y="5932357"/>
            <a:ext cx="5181600" cy="244606"/>
          </a:xfrm>
        </p:spPr>
        <p:txBody>
          <a:bodyPr>
            <a:normAutofit/>
          </a:bodyPr>
          <a:lstStyle>
            <a:lvl1pPr marL="0" indent="0" algn="r">
              <a:buNone/>
              <a:defRPr sz="1000" b="0" i="0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 lvl="0"/>
            <a:r>
              <a:rPr lang="nb-NO" dirty="0"/>
              <a:t>Foto- / kildekreditering</a:t>
            </a:r>
          </a:p>
        </p:txBody>
      </p:sp>
      <p:pic>
        <p:nvPicPr>
          <p:cNvPr id="11" name="Bilde 3">
            <a:extLst>
              <a:ext uri="{FF2B5EF4-FFF2-40B4-BE49-F238E27FC236}">
                <a16:creationId xmlns:a16="http://schemas.microsoft.com/office/drawing/2014/main" id="{A6567F57-7FA3-546A-F8E1-88EEDCC801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60000" y="6282000"/>
            <a:ext cx="2119819" cy="4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5755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NNHOLDSDELER  lys bakgrunn">
    <p:bg>
      <p:bgPr>
        <a:solidFill>
          <a:schemeClr val="accent6">
            <a:lumMod val="20000"/>
            <a:lumOff val="80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nb-NO" dirty="0"/>
              <a:t>Klikk for legge inn tittel</a:t>
            </a:r>
          </a:p>
        </p:txBody>
      </p:sp>
      <p:sp>
        <p:nvSpPr>
          <p:cNvPr id="3" name="Plassholder for dato 2"/>
          <p:cNvSpPr>
            <a:spLocks noGrp="1"/>
          </p:cNvSpPr>
          <p:nvPr>
            <p:ph type="dt" sz="half" idx="10"/>
          </p:nvPr>
        </p:nvSpPr>
        <p:spPr>
          <a:xfrm>
            <a:off x="9846000" y="6318000"/>
            <a:ext cx="1620000" cy="360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E4B854-430A-4F1A-A566-57CEBB1BA05F}" type="datetime1">
              <a:rPr kumimoji="0" lang="nb-NO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02.07.2026</a:t>
            </a:fld>
            <a:endParaRPr kumimoji="0" lang="nb-NO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Plassholder for bunntekst 3"/>
          <p:cNvSpPr>
            <a:spLocks noGrp="1"/>
          </p:cNvSpPr>
          <p:nvPr>
            <p:ph type="ftr" sz="quarter" idx="11"/>
          </p:nvPr>
        </p:nvSpPr>
        <p:spPr>
          <a:xfrm>
            <a:off x="2808000" y="6318000"/>
            <a:ext cx="7020000" cy="360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Plassholder for lysbildenummer 4"/>
          <p:cNvSpPr>
            <a:spLocks noGrp="1"/>
          </p:cNvSpPr>
          <p:nvPr>
            <p:ph type="sldNum" sz="quarter" idx="12"/>
          </p:nvPr>
        </p:nvSpPr>
        <p:spPr>
          <a:xfrm>
            <a:off x="11555999" y="6317999"/>
            <a:ext cx="450000" cy="360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E3B291-050D-4A82-B0A1-DB349FC61753}" type="slidenum">
              <a:rPr kumimoji="0" lang="nb-NO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nb-NO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Plassholder for innhold 2"/>
          <p:cNvSpPr>
            <a:spLocks noGrp="1"/>
          </p:cNvSpPr>
          <p:nvPr>
            <p:ph sz="half" idx="1" hasCustomPrompt="1"/>
          </p:nvPr>
        </p:nvSpPr>
        <p:spPr>
          <a:xfrm>
            <a:off x="838200" y="1821516"/>
            <a:ext cx="3456000" cy="411084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0" i="0"/>
            </a:lvl1pPr>
          </a:lstStyle>
          <a:p>
            <a:pPr lvl="0"/>
            <a:r>
              <a:rPr lang="nb-NO" dirty="0"/>
              <a:t>Klikk for å legge til innhold</a:t>
            </a:r>
          </a:p>
        </p:txBody>
      </p:sp>
      <p:sp>
        <p:nvSpPr>
          <p:cNvPr id="7" name="Plassholder for innhold 3"/>
          <p:cNvSpPr>
            <a:spLocks noGrp="1"/>
          </p:cNvSpPr>
          <p:nvPr>
            <p:ph sz="half" idx="2" hasCustomPrompt="1"/>
          </p:nvPr>
        </p:nvSpPr>
        <p:spPr>
          <a:xfrm>
            <a:off x="4405324" y="1821516"/>
            <a:ext cx="3456000" cy="411084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0" i="0"/>
            </a:lvl1pPr>
          </a:lstStyle>
          <a:p>
            <a:pPr lvl="0"/>
            <a:r>
              <a:rPr lang="nb-NO" dirty="0"/>
              <a:t>Klikk for å legge til innhold</a:t>
            </a:r>
          </a:p>
        </p:txBody>
      </p:sp>
      <p:sp>
        <p:nvSpPr>
          <p:cNvPr id="8" name="Plassholder for innhold 3"/>
          <p:cNvSpPr>
            <a:spLocks noGrp="1"/>
          </p:cNvSpPr>
          <p:nvPr>
            <p:ph sz="half" idx="13" hasCustomPrompt="1"/>
          </p:nvPr>
        </p:nvSpPr>
        <p:spPr>
          <a:xfrm>
            <a:off x="7985256" y="1821516"/>
            <a:ext cx="3456000" cy="411084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0" i="0"/>
            </a:lvl1pPr>
          </a:lstStyle>
          <a:p>
            <a:pPr lvl="0"/>
            <a:r>
              <a:rPr lang="nb-NO" dirty="0"/>
              <a:t>Klikk for å legge til innhold</a:t>
            </a:r>
          </a:p>
        </p:txBody>
      </p:sp>
      <p:sp>
        <p:nvSpPr>
          <p:cNvPr id="9" name="Plassholder for tekst 3"/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5932357"/>
            <a:ext cx="3456000" cy="244606"/>
          </a:xfrm>
        </p:spPr>
        <p:txBody>
          <a:bodyPr rIns="0">
            <a:normAutofit/>
          </a:bodyPr>
          <a:lstStyle>
            <a:lvl1pPr marL="0" indent="0" algn="r">
              <a:buNone/>
              <a:defRPr sz="1000" b="0" i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nb-NO" dirty="0"/>
              <a:t>Foto- / kildekreditering</a:t>
            </a:r>
          </a:p>
        </p:txBody>
      </p:sp>
      <p:sp>
        <p:nvSpPr>
          <p:cNvPr id="10" name="Plassholder for tekst 3"/>
          <p:cNvSpPr>
            <a:spLocks noGrp="1"/>
          </p:cNvSpPr>
          <p:nvPr>
            <p:ph type="body" sz="quarter" idx="16" hasCustomPrompt="1"/>
          </p:nvPr>
        </p:nvSpPr>
        <p:spPr>
          <a:xfrm>
            <a:off x="4405324" y="5932357"/>
            <a:ext cx="3456000" cy="244606"/>
          </a:xfrm>
        </p:spPr>
        <p:txBody>
          <a:bodyPr rIns="0">
            <a:normAutofit/>
          </a:bodyPr>
          <a:lstStyle>
            <a:lvl1pPr marL="0" indent="0" algn="r">
              <a:buNone/>
              <a:defRPr sz="1000" b="0" i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nb-NO" dirty="0"/>
              <a:t>Foto- / kildekreditering</a:t>
            </a:r>
          </a:p>
        </p:txBody>
      </p:sp>
      <p:sp>
        <p:nvSpPr>
          <p:cNvPr id="11" name="Plassholder for tekst 3"/>
          <p:cNvSpPr>
            <a:spLocks noGrp="1"/>
          </p:cNvSpPr>
          <p:nvPr>
            <p:ph type="body" sz="quarter" idx="17" hasCustomPrompt="1"/>
          </p:nvPr>
        </p:nvSpPr>
        <p:spPr>
          <a:xfrm>
            <a:off x="7990920" y="5932357"/>
            <a:ext cx="3456000" cy="244606"/>
          </a:xfrm>
        </p:spPr>
        <p:txBody>
          <a:bodyPr rIns="0">
            <a:normAutofit/>
          </a:bodyPr>
          <a:lstStyle>
            <a:lvl1pPr marL="0" indent="0" algn="r">
              <a:buNone/>
              <a:defRPr sz="1000" b="0" i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nb-NO" dirty="0"/>
              <a:t>Foto- / kildekreditering</a:t>
            </a:r>
          </a:p>
        </p:txBody>
      </p:sp>
    </p:spTree>
    <p:extLst>
      <p:ext uri="{BB962C8B-B14F-4D97-AF65-F5344CB8AC3E}">
        <p14:creationId xmlns:p14="http://schemas.microsoft.com/office/powerpoint/2010/main" val="2069580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INNHOLDSDELER mørk bakgrun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nb-NO" dirty="0"/>
              <a:t>Klikk for legge inn tittel</a:t>
            </a:r>
          </a:p>
        </p:txBody>
      </p:sp>
      <p:sp>
        <p:nvSpPr>
          <p:cNvPr id="3" name="Plassholder for dato 2"/>
          <p:cNvSpPr>
            <a:spLocks noGrp="1"/>
          </p:cNvSpPr>
          <p:nvPr>
            <p:ph type="dt" sz="half" idx="10"/>
          </p:nvPr>
        </p:nvSpPr>
        <p:spPr>
          <a:xfrm>
            <a:off x="9846000" y="6318000"/>
            <a:ext cx="1620000" cy="360000"/>
          </a:xfrm>
          <a:prstGeom prst="rect">
            <a:avLst/>
          </a:prstGeom>
        </p:spPr>
        <p:txBody>
          <a:bodyPr/>
          <a:lstStyle>
            <a:lvl1pPr>
              <a:defRPr sz="1000" b="0" i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165D5E-09A4-49EF-9E26-BCC34A53D6AA}" type="datetime1">
              <a:rPr kumimoji="0" lang="nb-NO" sz="1000" b="0" i="0" u="none" strike="noStrike" kern="1200" cap="none" spc="0" normalizeH="0" baseline="0" noProof="0" smtClean="0">
                <a:ln>
                  <a:noFill/>
                </a:ln>
                <a:solidFill>
                  <a:srgbClr val="E7E6E6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02.07.2026</a:t>
            </a:fld>
            <a:endParaRPr kumimoji="0" lang="nb-NO" sz="10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75000"/>
                </a:srgbClr>
              </a:solidFill>
              <a:effectLst/>
              <a:uLnTx/>
              <a:uFillTx/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Plassholder for bunntekst 3"/>
          <p:cNvSpPr>
            <a:spLocks noGrp="1"/>
          </p:cNvSpPr>
          <p:nvPr>
            <p:ph type="ftr" sz="quarter" idx="11"/>
          </p:nvPr>
        </p:nvSpPr>
        <p:spPr>
          <a:xfrm>
            <a:off x="2808000" y="6318000"/>
            <a:ext cx="7020000" cy="360000"/>
          </a:xfrm>
          <a:prstGeom prst="rect">
            <a:avLst/>
          </a:prstGeom>
        </p:spPr>
        <p:txBody>
          <a:bodyPr/>
          <a:lstStyle>
            <a:lvl1pPr>
              <a:defRPr sz="1000" b="0" i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0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75000"/>
                </a:srgbClr>
              </a:solidFill>
              <a:effectLst/>
              <a:uLnTx/>
              <a:uFillTx/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Plassholder for lysbildenummer 4"/>
          <p:cNvSpPr>
            <a:spLocks noGrp="1"/>
          </p:cNvSpPr>
          <p:nvPr>
            <p:ph type="sldNum" sz="quarter" idx="12"/>
          </p:nvPr>
        </p:nvSpPr>
        <p:spPr>
          <a:xfrm>
            <a:off x="11556000" y="6318000"/>
            <a:ext cx="450000" cy="360000"/>
          </a:xfrm>
          <a:prstGeom prst="rect">
            <a:avLst/>
          </a:prstGeom>
        </p:spPr>
        <p:txBody>
          <a:bodyPr/>
          <a:lstStyle>
            <a:lvl1pPr>
              <a:defRPr sz="1000" b="0" i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E3B291-050D-4A82-B0A1-DB349FC61753}" type="slidenum">
              <a:rPr kumimoji="0" lang="nb-NO" sz="1000" b="0" i="0" u="none" strike="noStrike" kern="1200" cap="none" spc="0" normalizeH="0" baseline="0" noProof="0" smtClean="0">
                <a:ln>
                  <a:noFill/>
                </a:ln>
                <a:solidFill>
                  <a:srgbClr val="E7E6E6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nb-NO" sz="10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75000"/>
                </a:srgbClr>
              </a:solidFill>
              <a:effectLst/>
              <a:uLnTx/>
              <a:uFillTx/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Plassholder for innhold 2"/>
          <p:cNvSpPr>
            <a:spLocks noGrp="1"/>
          </p:cNvSpPr>
          <p:nvPr>
            <p:ph sz="half" idx="1" hasCustomPrompt="1"/>
          </p:nvPr>
        </p:nvSpPr>
        <p:spPr>
          <a:xfrm>
            <a:off x="838200" y="1821516"/>
            <a:ext cx="3456000" cy="396861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0" i="0"/>
            </a:lvl1pPr>
          </a:lstStyle>
          <a:p>
            <a:pPr lvl="0"/>
            <a:r>
              <a:rPr lang="nb-NO" dirty="0"/>
              <a:t>Klikk for å legge til innhold</a:t>
            </a:r>
          </a:p>
        </p:txBody>
      </p:sp>
      <p:sp>
        <p:nvSpPr>
          <p:cNvPr id="7" name="Plassholder for innhold 3"/>
          <p:cNvSpPr>
            <a:spLocks noGrp="1"/>
          </p:cNvSpPr>
          <p:nvPr>
            <p:ph sz="half" idx="2" hasCustomPrompt="1"/>
          </p:nvPr>
        </p:nvSpPr>
        <p:spPr>
          <a:xfrm>
            <a:off x="4405324" y="1821516"/>
            <a:ext cx="3456000" cy="396861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0" i="0"/>
            </a:lvl1pPr>
          </a:lstStyle>
          <a:p>
            <a:pPr lvl="0"/>
            <a:r>
              <a:rPr lang="nb-NO" dirty="0"/>
              <a:t>Klikk for å legge til innhold</a:t>
            </a:r>
          </a:p>
        </p:txBody>
      </p:sp>
      <p:sp>
        <p:nvSpPr>
          <p:cNvPr id="8" name="Plassholder for innhold 3"/>
          <p:cNvSpPr>
            <a:spLocks noGrp="1"/>
          </p:cNvSpPr>
          <p:nvPr>
            <p:ph sz="half" idx="13" hasCustomPrompt="1"/>
          </p:nvPr>
        </p:nvSpPr>
        <p:spPr>
          <a:xfrm>
            <a:off x="7985256" y="1821516"/>
            <a:ext cx="3456000" cy="396861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0" i="0"/>
            </a:lvl1pPr>
          </a:lstStyle>
          <a:p>
            <a:pPr lvl="0"/>
            <a:r>
              <a:rPr lang="nb-NO" dirty="0"/>
              <a:t>Klikk for å legge til innhold</a:t>
            </a:r>
          </a:p>
        </p:txBody>
      </p:sp>
      <p:sp>
        <p:nvSpPr>
          <p:cNvPr id="9" name="Plassholder for tekst 3"/>
          <p:cNvSpPr>
            <a:spLocks noGrp="1"/>
          </p:cNvSpPr>
          <p:nvPr>
            <p:ph type="body" sz="quarter" idx="15" hasCustomPrompt="1"/>
          </p:nvPr>
        </p:nvSpPr>
        <p:spPr>
          <a:xfrm>
            <a:off x="7985256" y="5790135"/>
            <a:ext cx="3456000" cy="244606"/>
          </a:xfrm>
        </p:spPr>
        <p:txBody>
          <a:bodyPr rIns="0">
            <a:normAutofit/>
          </a:bodyPr>
          <a:lstStyle>
            <a:lvl1pPr marL="0" indent="0" algn="r">
              <a:buNone/>
              <a:defRPr sz="1000" b="0" i="0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 lvl="0"/>
            <a:r>
              <a:rPr lang="nb-NO" dirty="0"/>
              <a:t>Foto: © Navn på fotograf og bildebyrå</a:t>
            </a:r>
          </a:p>
        </p:txBody>
      </p:sp>
      <p:sp>
        <p:nvSpPr>
          <p:cNvPr id="11" name="Plassholder for tekst 3"/>
          <p:cNvSpPr>
            <a:spLocks noGrp="1"/>
          </p:cNvSpPr>
          <p:nvPr>
            <p:ph type="body" sz="quarter" idx="16" hasCustomPrompt="1"/>
          </p:nvPr>
        </p:nvSpPr>
        <p:spPr>
          <a:xfrm>
            <a:off x="4405324" y="5790135"/>
            <a:ext cx="3456000" cy="244606"/>
          </a:xfrm>
        </p:spPr>
        <p:txBody>
          <a:bodyPr rIns="0">
            <a:normAutofit/>
          </a:bodyPr>
          <a:lstStyle>
            <a:lvl1pPr marL="0" indent="0" algn="r">
              <a:buNone/>
              <a:defRPr sz="1000" b="0" i="0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 lvl="0"/>
            <a:r>
              <a:rPr lang="nb-NO" dirty="0"/>
              <a:t>Foto: © Navn på fotograf og bildebyrå</a:t>
            </a:r>
          </a:p>
        </p:txBody>
      </p:sp>
      <p:sp>
        <p:nvSpPr>
          <p:cNvPr id="12" name="Plassholder for tekst 3"/>
          <p:cNvSpPr>
            <a:spLocks noGrp="1"/>
          </p:cNvSpPr>
          <p:nvPr>
            <p:ph type="body" sz="quarter" idx="17" hasCustomPrompt="1"/>
          </p:nvPr>
        </p:nvSpPr>
        <p:spPr>
          <a:xfrm>
            <a:off x="831796" y="5790135"/>
            <a:ext cx="3456000" cy="244606"/>
          </a:xfrm>
        </p:spPr>
        <p:txBody>
          <a:bodyPr rIns="0">
            <a:normAutofit/>
          </a:bodyPr>
          <a:lstStyle>
            <a:lvl1pPr marL="0" indent="0" algn="r">
              <a:buNone/>
              <a:defRPr sz="1000" b="0" i="0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 lvl="0"/>
            <a:r>
              <a:rPr lang="nb-NO" dirty="0"/>
              <a:t>Foto: © Navn på fotograf og bildebyrå</a:t>
            </a:r>
          </a:p>
        </p:txBody>
      </p:sp>
      <p:pic>
        <p:nvPicPr>
          <p:cNvPr id="13" name="Bilde 3">
            <a:extLst>
              <a:ext uri="{FF2B5EF4-FFF2-40B4-BE49-F238E27FC236}">
                <a16:creationId xmlns:a16="http://schemas.microsoft.com/office/drawing/2014/main" id="{34417216-FC4A-DD50-A6BF-61F306B8C8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60000" y="6282000"/>
            <a:ext cx="2119819" cy="4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6102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NNHOLDSDELER MED IKON lys bakgrun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 hasCustomPrompt="1"/>
          </p:nvPr>
        </p:nvSpPr>
        <p:spPr/>
        <p:txBody>
          <a:bodyPr lIns="0" tIns="0" rIns="0" bIns="0"/>
          <a:lstStyle>
            <a:lvl1pPr>
              <a:defRPr b="0" i="0"/>
            </a:lvl1pPr>
          </a:lstStyle>
          <a:p>
            <a:r>
              <a:rPr lang="nb-NO" dirty="0"/>
              <a:t>Klikk for legge inn tittel</a:t>
            </a:r>
          </a:p>
        </p:txBody>
      </p:sp>
      <p:sp>
        <p:nvSpPr>
          <p:cNvPr id="3" name="Plassholder for dato 2"/>
          <p:cNvSpPr>
            <a:spLocks noGrp="1"/>
          </p:cNvSpPr>
          <p:nvPr>
            <p:ph type="dt" sz="half" idx="10"/>
          </p:nvPr>
        </p:nvSpPr>
        <p:spPr>
          <a:xfrm>
            <a:off x="9846000" y="6318000"/>
            <a:ext cx="1620000" cy="360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663245-A865-4572-9E3F-CCAF9834A7EF}" type="datetime1">
              <a:rPr kumimoji="0" lang="nb-NO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02.07.2026</a:t>
            </a:fld>
            <a:endParaRPr kumimoji="0" lang="nb-NO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Plassholder for bunntekst 3"/>
          <p:cNvSpPr>
            <a:spLocks noGrp="1"/>
          </p:cNvSpPr>
          <p:nvPr>
            <p:ph type="ftr" sz="quarter" idx="11"/>
          </p:nvPr>
        </p:nvSpPr>
        <p:spPr>
          <a:xfrm>
            <a:off x="2808000" y="6318000"/>
            <a:ext cx="7020000" cy="360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Plassholder for lysbildenummer 4"/>
          <p:cNvSpPr>
            <a:spLocks noGrp="1"/>
          </p:cNvSpPr>
          <p:nvPr>
            <p:ph type="sldNum" sz="quarter" idx="12"/>
          </p:nvPr>
        </p:nvSpPr>
        <p:spPr>
          <a:xfrm>
            <a:off x="11555999" y="6317999"/>
            <a:ext cx="450000" cy="360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E3B291-050D-4A82-B0A1-DB349FC61753}" type="slidenum">
              <a:rPr kumimoji="0" lang="nb-NO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nb-NO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4C522BBA-C6D9-547E-7696-47A57BBC579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38200" y="2208893"/>
            <a:ext cx="1016876" cy="996761"/>
          </a:xfrm>
          <a:solidFill>
            <a:schemeClr val="bg2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000" b="0" i="0"/>
            </a:lvl1pPr>
          </a:lstStyle>
          <a:p>
            <a:r>
              <a:rPr lang="en-NO" dirty="0"/>
              <a:t>Klikk for å legge til ikon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9B297596-0636-AC6F-E00A-46B37C4A155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8199" y="3428999"/>
            <a:ext cx="3183759" cy="427719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 err="1"/>
              <a:t>Undertittel</a:t>
            </a:r>
            <a:endParaRPr lang="en-NO" dirty="0"/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A46B4759-F396-5FF3-A9BE-ED7A8344E89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8199" y="3879979"/>
            <a:ext cx="3183759" cy="1998307"/>
          </a:xfrm>
        </p:spPr>
        <p:txBody>
          <a:bodyPr lIns="0" tIns="0" rIns="0" bIns="0">
            <a:normAutofit/>
          </a:bodyPr>
          <a:lstStyle>
            <a:lvl1pPr>
              <a:lnSpc>
                <a:spcPct val="100000"/>
              </a:lnSpc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 err="1"/>
              <a:t>Klikk</a:t>
            </a:r>
            <a:r>
              <a:rPr lang="en-GB" dirty="0"/>
              <a:t> for </a:t>
            </a:r>
            <a:r>
              <a:rPr lang="en-GB" dirty="0" err="1"/>
              <a:t>å</a:t>
            </a:r>
            <a:r>
              <a:rPr lang="en-GB" dirty="0"/>
              <a:t> </a:t>
            </a:r>
            <a:r>
              <a:rPr lang="en-GB" dirty="0" err="1"/>
              <a:t>legge</a:t>
            </a:r>
            <a:r>
              <a:rPr lang="en-GB" dirty="0"/>
              <a:t> </a:t>
            </a:r>
            <a:r>
              <a:rPr lang="en-GB" dirty="0" err="1"/>
              <a:t>til</a:t>
            </a:r>
            <a:r>
              <a:rPr lang="en-GB" dirty="0"/>
              <a:t> </a:t>
            </a:r>
            <a:r>
              <a:rPr lang="en-GB" dirty="0" err="1"/>
              <a:t>tekst</a:t>
            </a:r>
            <a:endParaRPr lang="en-NO" dirty="0"/>
          </a:p>
        </p:txBody>
      </p:sp>
      <p:sp>
        <p:nvSpPr>
          <p:cNvPr id="31" name="Picture Placeholder 20">
            <a:extLst>
              <a:ext uri="{FF2B5EF4-FFF2-40B4-BE49-F238E27FC236}">
                <a16:creationId xmlns:a16="http://schemas.microsoft.com/office/drawing/2014/main" id="{3CDFF716-FFC7-BCF2-0292-626C1A8DAB8A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459018" y="2208893"/>
            <a:ext cx="1016876" cy="996761"/>
          </a:xfrm>
          <a:solidFill>
            <a:schemeClr val="bg2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000" b="0" i="0"/>
            </a:lvl1pPr>
          </a:lstStyle>
          <a:p>
            <a:r>
              <a:rPr lang="en-NO" dirty="0"/>
              <a:t>Klikk for å legge til ikon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E84AA096-79D4-1757-4E0C-9CC47F8F507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59017" y="3428999"/>
            <a:ext cx="3183759" cy="427720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 err="1"/>
              <a:t>Undertittel</a:t>
            </a:r>
            <a:endParaRPr lang="en-NO" dirty="0"/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62272173-3530-44FD-DEF8-1F9D98A1D3A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59017" y="3879979"/>
            <a:ext cx="3183759" cy="1998307"/>
          </a:xfrm>
        </p:spPr>
        <p:txBody>
          <a:bodyPr lIns="0" tIns="0" rIns="0" bIns="0">
            <a:normAutofit/>
          </a:bodyPr>
          <a:lstStyle>
            <a:lvl1pPr>
              <a:lnSpc>
                <a:spcPct val="100000"/>
              </a:lnSpc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 err="1"/>
              <a:t>Klikk</a:t>
            </a:r>
            <a:r>
              <a:rPr lang="en-GB" dirty="0"/>
              <a:t> for </a:t>
            </a:r>
            <a:r>
              <a:rPr lang="en-GB" dirty="0" err="1"/>
              <a:t>å</a:t>
            </a:r>
            <a:r>
              <a:rPr lang="en-GB" dirty="0"/>
              <a:t> </a:t>
            </a:r>
            <a:r>
              <a:rPr lang="en-GB" dirty="0" err="1"/>
              <a:t>legge</a:t>
            </a:r>
            <a:r>
              <a:rPr lang="en-GB" dirty="0"/>
              <a:t> </a:t>
            </a:r>
            <a:r>
              <a:rPr lang="en-GB" dirty="0" err="1"/>
              <a:t>til</a:t>
            </a:r>
            <a:r>
              <a:rPr lang="en-GB" dirty="0"/>
              <a:t> </a:t>
            </a:r>
            <a:r>
              <a:rPr lang="en-GB" dirty="0" err="1"/>
              <a:t>tekst</a:t>
            </a:r>
            <a:endParaRPr lang="en-NO" dirty="0"/>
          </a:p>
        </p:txBody>
      </p:sp>
      <p:sp>
        <p:nvSpPr>
          <p:cNvPr id="34" name="Picture Placeholder 20">
            <a:extLst>
              <a:ext uri="{FF2B5EF4-FFF2-40B4-BE49-F238E27FC236}">
                <a16:creationId xmlns:a16="http://schemas.microsoft.com/office/drawing/2014/main" id="{D59DA641-0AFE-B78E-24A0-15C2BBB2EF61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043042" y="2208893"/>
            <a:ext cx="1016876" cy="996761"/>
          </a:xfrm>
          <a:solidFill>
            <a:schemeClr val="bg2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000" b="0" i="0"/>
            </a:lvl1pPr>
          </a:lstStyle>
          <a:p>
            <a:r>
              <a:rPr lang="en-NO" dirty="0"/>
              <a:t>Klikk for å legge til ikon</a:t>
            </a:r>
          </a:p>
        </p:txBody>
      </p:sp>
      <p:sp>
        <p:nvSpPr>
          <p:cNvPr id="35" name="Text Placeholder 22">
            <a:extLst>
              <a:ext uri="{FF2B5EF4-FFF2-40B4-BE49-F238E27FC236}">
                <a16:creationId xmlns:a16="http://schemas.microsoft.com/office/drawing/2014/main" id="{FB86CA64-09CC-FE72-8A6D-5783EE1463A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43041" y="3428999"/>
            <a:ext cx="3183759" cy="427719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 err="1"/>
              <a:t>Undertittel</a:t>
            </a:r>
            <a:endParaRPr lang="en-NO" dirty="0"/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E7603327-9A13-B777-D36B-0E81E21C7D1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43041" y="3879979"/>
            <a:ext cx="3183759" cy="1998307"/>
          </a:xfrm>
        </p:spPr>
        <p:txBody>
          <a:bodyPr lIns="0" tIns="0" rIns="0" bIns="0">
            <a:normAutofit/>
          </a:bodyPr>
          <a:lstStyle>
            <a:lvl1pPr>
              <a:lnSpc>
                <a:spcPct val="100000"/>
              </a:lnSpc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 err="1"/>
              <a:t>Klikk</a:t>
            </a:r>
            <a:r>
              <a:rPr lang="en-GB" dirty="0"/>
              <a:t> for </a:t>
            </a:r>
            <a:r>
              <a:rPr lang="en-GB" dirty="0" err="1"/>
              <a:t>å</a:t>
            </a:r>
            <a:r>
              <a:rPr lang="en-GB" dirty="0"/>
              <a:t> </a:t>
            </a:r>
            <a:r>
              <a:rPr lang="en-GB" dirty="0" err="1"/>
              <a:t>legge</a:t>
            </a:r>
            <a:r>
              <a:rPr lang="en-GB" dirty="0"/>
              <a:t> </a:t>
            </a:r>
            <a:r>
              <a:rPr lang="en-GB" dirty="0" err="1"/>
              <a:t>til</a:t>
            </a:r>
            <a:r>
              <a:rPr lang="en-GB" dirty="0"/>
              <a:t> </a:t>
            </a:r>
            <a:r>
              <a:rPr lang="en-GB" dirty="0" err="1"/>
              <a:t>tekst</a:t>
            </a:r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484317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INNHOLDSDELER MED IKON mørk bakgrun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ssholder for dato 2"/>
          <p:cNvSpPr>
            <a:spLocks noGrp="1"/>
          </p:cNvSpPr>
          <p:nvPr>
            <p:ph type="dt" sz="half" idx="10"/>
          </p:nvPr>
        </p:nvSpPr>
        <p:spPr>
          <a:xfrm>
            <a:off x="9846000" y="6318000"/>
            <a:ext cx="1620000" cy="360000"/>
          </a:xfrm>
          <a:prstGeom prst="rect">
            <a:avLst/>
          </a:prstGeom>
        </p:spPr>
        <p:txBody>
          <a:bodyPr/>
          <a:lstStyle>
            <a:lvl1pPr>
              <a:defRPr sz="1000" b="0" i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6A26D9-EFB1-4A39-89FE-EEE89BF7B376}" type="datetime1">
              <a:rPr kumimoji="0" lang="nb-NO" sz="1000" b="0" i="0" u="none" strike="noStrike" kern="1200" cap="none" spc="0" normalizeH="0" baseline="0" noProof="0" smtClean="0">
                <a:ln>
                  <a:noFill/>
                </a:ln>
                <a:solidFill>
                  <a:srgbClr val="E7E6E6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02.07.2026</a:t>
            </a:fld>
            <a:endParaRPr kumimoji="0" lang="nb-NO" sz="10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75000"/>
                </a:srgbClr>
              </a:solidFill>
              <a:effectLst/>
              <a:uLnTx/>
              <a:uFillTx/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Plassholder for bunntekst 3"/>
          <p:cNvSpPr>
            <a:spLocks noGrp="1"/>
          </p:cNvSpPr>
          <p:nvPr>
            <p:ph type="ftr" sz="quarter" idx="11"/>
          </p:nvPr>
        </p:nvSpPr>
        <p:spPr>
          <a:xfrm>
            <a:off x="2808000" y="6318000"/>
            <a:ext cx="7020000" cy="360000"/>
          </a:xfrm>
          <a:prstGeom prst="rect">
            <a:avLst/>
          </a:prstGeom>
        </p:spPr>
        <p:txBody>
          <a:bodyPr/>
          <a:lstStyle>
            <a:lvl1pPr>
              <a:defRPr sz="1000" b="0" i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0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75000"/>
                </a:srgbClr>
              </a:solidFill>
              <a:effectLst/>
              <a:uLnTx/>
              <a:uFillTx/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Plassholder for lysbildenummer 4"/>
          <p:cNvSpPr>
            <a:spLocks noGrp="1"/>
          </p:cNvSpPr>
          <p:nvPr>
            <p:ph type="sldNum" sz="quarter" idx="12"/>
          </p:nvPr>
        </p:nvSpPr>
        <p:spPr>
          <a:xfrm>
            <a:off x="11556000" y="6318000"/>
            <a:ext cx="450000" cy="360000"/>
          </a:xfrm>
          <a:prstGeom prst="rect">
            <a:avLst/>
          </a:prstGeom>
        </p:spPr>
        <p:txBody>
          <a:bodyPr/>
          <a:lstStyle>
            <a:lvl1pPr>
              <a:defRPr sz="1000" b="0" i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E3B291-050D-4A82-B0A1-DB349FC61753}" type="slidenum">
              <a:rPr kumimoji="0" lang="nb-NO" sz="1000" b="0" i="0" u="none" strike="noStrike" kern="1200" cap="none" spc="0" normalizeH="0" baseline="0" noProof="0" smtClean="0">
                <a:ln>
                  <a:noFill/>
                </a:ln>
                <a:solidFill>
                  <a:srgbClr val="E7E6E6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nb-NO" sz="10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75000"/>
                </a:srgbClr>
              </a:solidFill>
              <a:effectLst/>
              <a:uLnTx/>
              <a:uFillTx/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ittel 1">
            <a:extLst>
              <a:ext uri="{FF2B5EF4-FFF2-40B4-BE49-F238E27FC236}">
                <a16:creationId xmlns:a16="http://schemas.microsoft.com/office/drawing/2014/main" id="{C18D4112-11A8-14BA-829B-869739596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9000000" cy="1325563"/>
          </a:xfrm>
        </p:spPr>
        <p:txBody>
          <a:bodyPr lIns="0" tIns="0" rIns="0" bIns="0"/>
          <a:lstStyle>
            <a:lvl1pPr>
              <a:defRPr b="0" i="0"/>
            </a:lvl1pPr>
          </a:lstStyle>
          <a:p>
            <a:r>
              <a:rPr lang="nb-NO" dirty="0"/>
              <a:t>Klikk for legge inn tittel</a:t>
            </a:r>
          </a:p>
        </p:txBody>
      </p:sp>
      <p:sp>
        <p:nvSpPr>
          <p:cNvPr id="26" name="Picture Placeholder 20">
            <a:extLst>
              <a:ext uri="{FF2B5EF4-FFF2-40B4-BE49-F238E27FC236}">
                <a16:creationId xmlns:a16="http://schemas.microsoft.com/office/drawing/2014/main" id="{D5F6C78E-0D7F-6FCE-6BBE-E244369000E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38200" y="2208893"/>
            <a:ext cx="1016876" cy="996761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000" b="0" i="0"/>
            </a:lvl1pPr>
          </a:lstStyle>
          <a:p>
            <a:r>
              <a:rPr lang="en-NO" dirty="0"/>
              <a:t>Klikk for å legge til ikon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E26D4D19-C051-DD96-8E4D-6696093084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8199" y="3428999"/>
            <a:ext cx="3183759" cy="427719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 err="1"/>
              <a:t>Undertittel</a:t>
            </a:r>
            <a:endParaRPr lang="en-NO" dirty="0"/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BB58C13-7E76-5993-04ED-CED7F9714DE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8199" y="3879979"/>
            <a:ext cx="3183759" cy="1998307"/>
          </a:xfrm>
        </p:spPr>
        <p:txBody>
          <a:bodyPr lIns="0" tIns="0" rIns="0" bIns="0">
            <a:normAutofit/>
          </a:bodyPr>
          <a:lstStyle>
            <a:lvl1pPr>
              <a:lnSpc>
                <a:spcPct val="100000"/>
              </a:lnSpc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 err="1"/>
              <a:t>Klikk</a:t>
            </a:r>
            <a:r>
              <a:rPr lang="en-GB" dirty="0"/>
              <a:t> for </a:t>
            </a:r>
            <a:r>
              <a:rPr lang="en-GB" dirty="0" err="1"/>
              <a:t>å</a:t>
            </a:r>
            <a:r>
              <a:rPr lang="en-GB" dirty="0"/>
              <a:t> </a:t>
            </a:r>
            <a:r>
              <a:rPr lang="en-GB" dirty="0" err="1"/>
              <a:t>legge</a:t>
            </a:r>
            <a:r>
              <a:rPr lang="en-GB" dirty="0"/>
              <a:t> </a:t>
            </a:r>
            <a:r>
              <a:rPr lang="en-GB" dirty="0" err="1"/>
              <a:t>til</a:t>
            </a:r>
            <a:r>
              <a:rPr lang="en-GB" dirty="0"/>
              <a:t> </a:t>
            </a:r>
            <a:r>
              <a:rPr lang="en-GB" dirty="0" err="1"/>
              <a:t>tekst</a:t>
            </a:r>
            <a:endParaRPr lang="en-NO" dirty="0"/>
          </a:p>
        </p:txBody>
      </p:sp>
      <p:sp>
        <p:nvSpPr>
          <p:cNvPr id="29" name="Picture Placeholder 20">
            <a:extLst>
              <a:ext uri="{FF2B5EF4-FFF2-40B4-BE49-F238E27FC236}">
                <a16:creationId xmlns:a16="http://schemas.microsoft.com/office/drawing/2014/main" id="{BC41699C-D88B-7FC0-4462-5751B1BB3FBA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459018" y="2208893"/>
            <a:ext cx="1016876" cy="996761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000" b="0" i="0"/>
            </a:lvl1pPr>
          </a:lstStyle>
          <a:p>
            <a:r>
              <a:rPr lang="en-NO" dirty="0"/>
              <a:t>Klikk for å legge til ikon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76BA33C0-3954-B5D9-4DB7-786B49A652D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59017" y="3428999"/>
            <a:ext cx="3183759" cy="427720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 err="1"/>
              <a:t>Undertittel</a:t>
            </a:r>
            <a:endParaRPr lang="en-NO" dirty="0"/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5A07334A-BECC-F098-823D-E998FDD4614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59017" y="3879979"/>
            <a:ext cx="3183759" cy="1998307"/>
          </a:xfrm>
        </p:spPr>
        <p:txBody>
          <a:bodyPr lIns="0" tIns="0" rIns="0" bIns="0">
            <a:normAutofit/>
          </a:bodyPr>
          <a:lstStyle>
            <a:lvl1pPr>
              <a:lnSpc>
                <a:spcPct val="100000"/>
              </a:lnSpc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 err="1"/>
              <a:t>Klikk</a:t>
            </a:r>
            <a:r>
              <a:rPr lang="en-GB" dirty="0"/>
              <a:t> for </a:t>
            </a:r>
            <a:r>
              <a:rPr lang="en-GB" dirty="0" err="1"/>
              <a:t>å</a:t>
            </a:r>
            <a:r>
              <a:rPr lang="en-GB" dirty="0"/>
              <a:t> </a:t>
            </a:r>
            <a:r>
              <a:rPr lang="en-GB" dirty="0" err="1"/>
              <a:t>legge</a:t>
            </a:r>
            <a:r>
              <a:rPr lang="en-GB" dirty="0"/>
              <a:t> </a:t>
            </a:r>
            <a:r>
              <a:rPr lang="en-GB" dirty="0" err="1"/>
              <a:t>til</a:t>
            </a:r>
            <a:r>
              <a:rPr lang="en-GB" dirty="0"/>
              <a:t> </a:t>
            </a:r>
            <a:r>
              <a:rPr lang="en-GB" dirty="0" err="1"/>
              <a:t>tekst</a:t>
            </a:r>
            <a:endParaRPr lang="en-NO" dirty="0"/>
          </a:p>
        </p:txBody>
      </p:sp>
      <p:sp>
        <p:nvSpPr>
          <p:cNvPr id="32" name="Picture Placeholder 20">
            <a:extLst>
              <a:ext uri="{FF2B5EF4-FFF2-40B4-BE49-F238E27FC236}">
                <a16:creationId xmlns:a16="http://schemas.microsoft.com/office/drawing/2014/main" id="{ED939D9C-468D-4ACC-AA08-3801BA85D695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043042" y="2208893"/>
            <a:ext cx="1016876" cy="996761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000" b="0" i="0"/>
            </a:lvl1pPr>
          </a:lstStyle>
          <a:p>
            <a:r>
              <a:rPr lang="en-NO" dirty="0"/>
              <a:t>Klikk for å legge til ikon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4618C87-9479-429A-67D3-F8273624EF0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43041" y="3428999"/>
            <a:ext cx="3183759" cy="427719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 err="1"/>
              <a:t>Undertittel</a:t>
            </a:r>
            <a:endParaRPr lang="en-NO" dirty="0"/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B36A088C-B9FE-766E-4E4A-CBD2E967409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43041" y="3879979"/>
            <a:ext cx="3183759" cy="1998307"/>
          </a:xfrm>
        </p:spPr>
        <p:txBody>
          <a:bodyPr lIns="0" tIns="0" rIns="0" bIns="0">
            <a:normAutofit/>
          </a:bodyPr>
          <a:lstStyle>
            <a:lvl1pPr>
              <a:lnSpc>
                <a:spcPct val="100000"/>
              </a:lnSpc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 dirty="0" err="1"/>
              <a:t>Klikk</a:t>
            </a:r>
            <a:r>
              <a:rPr lang="en-GB" dirty="0"/>
              <a:t> for </a:t>
            </a:r>
            <a:r>
              <a:rPr lang="en-GB" dirty="0" err="1"/>
              <a:t>å</a:t>
            </a:r>
            <a:r>
              <a:rPr lang="en-GB" dirty="0"/>
              <a:t> </a:t>
            </a:r>
            <a:r>
              <a:rPr lang="en-GB" dirty="0" err="1"/>
              <a:t>legge</a:t>
            </a:r>
            <a:r>
              <a:rPr lang="en-GB" dirty="0"/>
              <a:t> </a:t>
            </a:r>
            <a:r>
              <a:rPr lang="en-GB" dirty="0" err="1"/>
              <a:t>til</a:t>
            </a:r>
            <a:r>
              <a:rPr lang="en-GB" dirty="0"/>
              <a:t> </a:t>
            </a:r>
            <a:r>
              <a:rPr lang="en-GB" dirty="0" err="1"/>
              <a:t>tekst</a:t>
            </a:r>
            <a:endParaRPr lang="en-NO" dirty="0"/>
          </a:p>
        </p:txBody>
      </p:sp>
      <p:pic>
        <p:nvPicPr>
          <p:cNvPr id="7" name="Bilde 3">
            <a:extLst>
              <a:ext uri="{FF2B5EF4-FFF2-40B4-BE49-F238E27FC236}">
                <a16:creationId xmlns:a16="http://schemas.microsoft.com/office/drawing/2014/main" id="{C907DFA3-2C81-9BF0-BE39-79E50DF58C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60000" y="6282000"/>
            <a:ext cx="2119819" cy="4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1387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2 BILDER MED TEKST lys bakgrun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tel 1"/>
          <p:cNvSpPr>
            <a:spLocks noGrp="1"/>
          </p:cNvSpPr>
          <p:nvPr>
            <p:ph type="title" hasCustomPrompt="1"/>
          </p:nvPr>
        </p:nvSpPr>
        <p:spPr>
          <a:xfrm>
            <a:off x="838800" y="363600"/>
            <a:ext cx="9000000" cy="1325563"/>
          </a:xfrm>
        </p:spPr>
        <p:txBody>
          <a:bodyPr/>
          <a:lstStyle>
            <a:lvl1pPr>
              <a:defRPr b="0" i="0"/>
            </a:lvl1pPr>
          </a:lstStyle>
          <a:p>
            <a:r>
              <a:rPr lang="nb-NO" dirty="0"/>
              <a:t>Klikk for å skrive tittel</a:t>
            </a:r>
          </a:p>
        </p:txBody>
      </p:sp>
      <p:sp>
        <p:nvSpPr>
          <p:cNvPr id="19" name="Plassholder for tekst 2"/>
          <p:cNvSpPr>
            <a:spLocks noGrp="1"/>
          </p:cNvSpPr>
          <p:nvPr>
            <p:ph type="body" idx="1" hasCustomPrompt="1"/>
          </p:nvPr>
        </p:nvSpPr>
        <p:spPr>
          <a:xfrm>
            <a:off x="839969" y="3976254"/>
            <a:ext cx="5400000" cy="546879"/>
          </a:xfrm>
          <a:noFill/>
          <a:ln>
            <a:solidFill>
              <a:schemeClr val="bg2"/>
            </a:solidFill>
          </a:ln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0" i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 dirty="0"/>
              <a:t>Overskrift</a:t>
            </a:r>
          </a:p>
        </p:txBody>
      </p:sp>
      <p:sp>
        <p:nvSpPr>
          <p:cNvPr id="24" name="Plassholder for tekst 10"/>
          <p:cNvSpPr>
            <a:spLocks noGrp="1"/>
          </p:cNvSpPr>
          <p:nvPr>
            <p:ph type="body" sz="quarter" idx="13"/>
          </p:nvPr>
        </p:nvSpPr>
        <p:spPr>
          <a:xfrm>
            <a:off x="839970" y="4528704"/>
            <a:ext cx="5399999" cy="1505340"/>
          </a:xfrm>
          <a:noFill/>
          <a:ln>
            <a:solidFill>
              <a:schemeClr val="bg2"/>
            </a:solidFill>
          </a:ln>
        </p:spPr>
        <p:txBody>
          <a:bodyPr>
            <a:normAutofit/>
          </a:bodyPr>
          <a:lstStyle>
            <a:lvl1pPr marL="0" indent="0" algn="ctr">
              <a:lnSpc>
                <a:spcPct val="110000"/>
              </a:lnSpc>
              <a:buNone/>
              <a:defRPr sz="2000" b="0" i="0">
                <a:solidFill>
                  <a:schemeClr val="tx1"/>
                </a:solidFill>
              </a:defRPr>
            </a:lvl1pPr>
            <a:lvl2pPr marL="457200" indent="0" algn="ctr">
              <a:lnSpc>
                <a:spcPct val="110000"/>
              </a:lnSpc>
              <a:buNone/>
              <a:defRPr sz="1800"/>
            </a:lvl2pPr>
            <a:lvl3pPr marL="914400" indent="0" algn="ctr">
              <a:lnSpc>
                <a:spcPct val="110000"/>
              </a:lnSpc>
              <a:buNone/>
              <a:defRPr sz="1600"/>
            </a:lvl3pPr>
            <a:lvl4pPr marL="1371600" indent="0" algn="ctr">
              <a:lnSpc>
                <a:spcPct val="110000"/>
              </a:lnSpc>
              <a:buNone/>
              <a:defRPr sz="1400"/>
            </a:lvl4pPr>
            <a:lvl5pPr marL="1828800" indent="0" algn="ctr">
              <a:lnSpc>
                <a:spcPct val="110000"/>
              </a:lnSpc>
              <a:buNone/>
              <a:defRPr sz="1400"/>
            </a:lvl5pPr>
          </a:lstStyle>
          <a:p>
            <a:pPr lvl="0"/>
            <a:r>
              <a:rPr lang="nb-NO" dirty="0"/>
              <a:t>Klikk for å redigere tekststiler i malen</a:t>
            </a:r>
          </a:p>
        </p:txBody>
      </p:sp>
      <p:sp>
        <p:nvSpPr>
          <p:cNvPr id="25" name="Plassholder for tekst 4"/>
          <p:cNvSpPr>
            <a:spLocks noGrp="1"/>
          </p:cNvSpPr>
          <p:nvPr>
            <p:ph type="body" sz="quarter" idx="3" hasCustomPrompt="1"/>
          </p:nvPr>
        </p:nvSpPr>
        <p:spPr>
          <a:xfrm>
            <a:off x="6410472" y="3976254"/>
            <a:ext cx="5400000" cy="546879"/>
          </a:xfrm>
          <a:noFill/>
          <a:ln>
            <a:solidFill>
              <a:schemeClr val="bg2"/>
            </a:solidFill>
          </a:ln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 dirty="0"/>
              <a:t>Overskrift</a:t>
            </a:r>
          </a:p>
        </p:txBody>
      </p:sp>
      <p:sp>
        <p:nvSpPr>
          <p:cNvPr id="26" name="Plassholder for tekst 10"/>
          <p:cNvSpPr>
            <a:spLocks noGrp="1"/>
          </p:cNvSpPr>
          <p:nvPr>
            <p:ph type="body" sz="quarter" idx="14"/>
          </p:nvPr>
        </p:nvSpPr>
        <p:spPr>
          <a:xfrm>
            <a:off x="6410472" y="4528704"/>
            <a:ext cx="5400000" cy="1505340"/>
          </a:xfrm>
          <a:noFill/>
          <a:ln>
            <a:solidFill>
              <a:schemeClr val="bg2"/>
            </a:solidFill>
          </a:ln>
        </p:spPr>
        <p:txBody>
          <a:bodyPr>
            <a:normAutofit/>
          </a:bodyPr>
          <a:lstStyle>
            <a:lvl1pPr marL="0" indent="0" algn="ctr">
              <a:lnSpc>
                <a:spcPct val="110000"/>
              </a:lnSpc>
              <a:buNone/>
              <a:defRPr sz="2000" b="0" i="0"/>
            </a:lvl1pPr>
            <a:lvl2pPr marL="457200" indent="0" algn="ctr">
              <a:lnSpc>
                <a:spcPct val="110000"/>
              </a:lnSpc>
              <a:buNone/>
              <a:defRPr sz="1800"/>
            </a:lvl2pPr>
            <a:lvl3pPr marL="914400" indent="0" algn="ctr">
              <a:lnSpc>
                <a:spcPct val="110000"/>
              </a:lnSpc>
              <a:buNone/>
              <a:defRPr sz="1600"/>
            </a:lvl3pPr>
            <a:lvl4pPr marL="1371600" indent="0" algn="ctr">
              <a:lnSpc>
                <a:spcPct val="110000"/>
              </a:lnSpc>
              <a:buNone/>
              <a:defRPr sz="1400"/>
            </a:lvl4pPr>
            <a:lvl5pPr marL="1828800" indent="0" algn="ctr">
              <a:lnSpc>
                <a:spcPct val="110000"/>
              </a:lnSpc>
              <a:buNone/>
              <a:defRPr sz="1400"/>
            </a:lvl5pPr>
          </a:lstStyle>
          <a:p>
            <a:pPr lvl="0"/>
            <a:r>
              <a:rPr lang="nb-NO" dirty="0"/>
              <a:t>Klikk for å redigere tekststiler i malen</a:t>
            </a:r>
          </a:p>
        </p:txBody>
      </p:sp>
      <p:sp>
        <p:nvSpPr>
          <p:cNvPr id="27" name="Plassholder for bunntekst 2"/>
          <p:cNvSpPr>
            <a:spLocks noGrp="1"/>
          </p:cNvSpPr>
          <p:nvPr>
            <p:ph type="ftr" sz="quarter" idx="18"/>
          </p:nvPr>
        </p:nvSpPr>
        <p:spPr>
          <a:xfrm>
            <a:off x="2808000" y="6318000"/>
            <a:ext cx="7020000" cy="360000"/>
          </a:xfrm>
        </p:spPr>
        <p:txBody>
          <a:bodyPr/>
          <a:lstStyle>
            <a:lvl1pPr>
              <a:defRPr b="0" i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Plassholder for dato 1"/>
          <p:cNvSpPr>
            <a:spLocks noGrp="1"/>
          </p:cNvSpPr>
          <p:nvPr>
            <p:ph type="dt" sz="half" idx="17"/>
          </p:nvPr>
        </p:nvSpPr>
        <p:spPr>
          <a:xfrm>
            <a:off x="9846000" y="6318000"/>
            <a:ext cx="1620000" cy="360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AB65386-88B2-4244-9F61-33B3A713F32F}" type="datetime1">
              <a:rPr kumimoji="0" lang="nb-NO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02.07.2026</a:t>
            </a:fld>
            <a:endParaRPr kumimoji="0" lang="nb-NO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Plassholder for lysbildenummer 3"/>
          <p:cNvSpPr>
            <a:spLocks noGrp="1"/>
          </p:cNvSpPr>
          <p:nvPr>
            <p:ph type="sldNum" sz="quarter" idx="19"/>
          </p:nvPr>
        </p:nvSpPr>
        <p:spPr>
          <a:xfrm>
            <a:off x="11555518" y="6318000"/>
            <a:ext cx="450010" cy="360000"/>
          </a:xfrm>
        </p:spPr>
        <p:txBody>
          <a:bodyPr/>
          <a:lstStyle>
            <a:lvl1pPr>
              <a:defRPr b="0" i="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E3B291-050D-4A82-B0A1-DB349FC61753}" type="slidenum">
              <a:rPr kumimoji="0" lang="nb-NO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nb-NO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Plassholder for bilde 2"/>
          <p:cNvSpPr>
            <a:spLocks noGrp="1"/>
          </p:cNvSpPr>
          <p:nvPr>
            <p:ph type="pic" sz="quarter" idx="20" hasCustomPrompt="1"/>
          </p:nvPr>
        </p:nvSpPr>
        <p:spPr>
          <a:xfrm>
            <a:off x="839969" y="1688655"/>
            <a:ext cx="5400000" cy="2284814"/>
          </a:xfrm>
          <a:ln>
            <a:solidFill>
              <a:schemeClr val="bg2">
                <a:lumMod val="90000"/>
              </a:schemeClr>
            </a:solidFill>
          </a:ln>
        </p:spPr>
        <p:txBody>
          <a:bodyPr tIns="1368000">
            <a:normAutofit/>
          </a:bodyPr>
          <a:lstStyle>
            <a:lvl1pPr marL="0" indent="0" algn="ctr">
              <a:buNone/>
              <a:defRPr sz="2000" b="0" i="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b-NO" dirty="0"/>
              <a:t>Sett inn bilde</a:t>
            </a:r>
          </a:p>
        </p:txBody>
      </p:sp>
      <p:sp>
        <p:nvSpPr>
          <p:cNvPr id="16" name="Plassholder for bilde 2"/>
          <p:cNvSpPr>
            <a:spLocks noGrp="1"/>
          </p:cNvSpPr>
          <p:nvPr>
            <p:ph type="pic" sz="quarter" idx="21" hasCustomPrompt="1"/>
          </p:nvPr>
        </p:nvSpPr>
        <p:spPr>
          <a:xfrm>
            <a:off x="6410472" y="1688655"/>
            <a:ext cx="5400000" cy="2284814"/>
          </a:xfrm>
          <a:ln>
            <a:solidFill>
              <a:schemeClr val="bg2">
                <a:lumMod val="90000"/>
              </a:schemeClr>
            </a:solidFill>
          </a:ln>
        </p:spPr>
        <p:txBody>
          <a:bodyPr tIns="1368000">
            <a:normAutofit/>
          </a:bodyPr>
          <a:lstStyle>
            <a:lvl1pPr marL="0" indent="0" algn="ctr">
              <a:buNone/>
              <a:defRPr sz="2000" b="0" i="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b-NO" dirty="0"/>
              <a:t>Sett inn bilde</a:t>
            </a:r>
          </a:p>
        </p:txBody>
      </p:sp>
      <p:sp>
        <p:nvSpPr>
          <p:cNvPr id="12" name="Plassholder for tekst 3"/>
          <p:cNvSpPr>
            <a:spLocks noGrp="1"/>
          </p:cNvSpPr>
          <p:nvPr>
            <p:ph type="body" sz="quarter" idx="15" hasCustomPrompt="1"/>
          </p:nvPr>
        </p:nvSpPr>
        <p:spPr>
          <a:xfrm>
            <a:off x="2229731" y="3706428"/>
            <a:ext cx="3996000" cy="244606"/>
          </a:xfrm>
        </p:spPr>
        <p:txBody>
          <a:bodyPr>
            <a:normAutofit/>
          </a:bodyPr>
          <a:lstStyle>
            <a:lvl1pPr marL="0" indent="0" algn="r">
              <a:buNone/>
              <a:defRPr sz="1000" b="0" i="0" baseline="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nb-NO" dirty="0"/>
              <a:t>Foto: © Navn på fotograf og bildebyrå</a:t>
            </a:r>
          </a:p>
        </p:txBody>
      </p:sp>
      <p:sp>
        <p:nvSpPr>
          <p:cNvPr id="13" name="Plassholder for tekst 3"/>
          <p:cNvSpPr>
            <a:spLocks noGrp="1"/>
          </p:cNvSpPr>
          <p:nvPr>
            <p:ph type="body" sz="quarter" idx="22" hasCustomPrompt="1"/>
          </p:nvPr>
        </p:nvSpPr>
        <p:spPr>
          <a:xfrm>
            <a:off x="7791972" y="3706428"/>
            <a:ext cx="3996000" cy="244606"/>
          </a:xfrm>
        </p:spPr>
        <p:txBody>
          <a:bodyPr>
            <a:normAutofit/>
          </a:bodyPr>
          <a:lstStyle>
            <a:lvl1pPr marL="0" indent="0" algn="r">
              <a:buNone/>
              <a:defRPr sz="1000" b="0" i="0" baseline="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nb-NO" dirty="0"/>
              <a:t>Foto: © Navn på fotograf og bildebyrå</a:t>
            </a:r>
          </a:p>
        </p:txBody>
      </p:sp>
    </p:spTree>
    <p:extLst>
      <p:ext uri="{BB962C8B-B14F-4D97-AF65-F5344CB8AC3E}">
        <p14:creationId xmlns:p14="http://schemas.microsoft.com/office/powerpoint/2010/main" val="4096417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 2 BILDER MED TEKSTmørk bakgrun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tel 1"/>
          <p:cNvSpPr>
            <a:spLocks noGrp="1"/>
          </p:cNvSpPr>
          <p:nvPr>
            <p:ph type="title" hasCustomPrompt="1"/>
          </p:nvPr>
        </p:nvSpPr>
        <p:spPr>
          <a:xfrm>
            <a:off x="838800" y="363600"/>
            <a:ext cx="9000000" cy="1325563"/>
          </a:xfrm>
        </p:spPr>
        <p:txBody>
          <a:bodyPr/>
          <a:lstStyle>
            <a:lvl1pPr>
              <a:defRPr b="0" i="0"/>
            </a:lvl1pPr>
          </a:lstStyle>
          <a:p>
            <a:r>
              <a:rPr lang="nb-NO" dirty="0"/>
              <a:t>Klikk for å skrive tittel</a:t>
            </a:r>
          </a:p>
        </p:txBody>
      </p:sp>
      <p:sp>
        <p:nvSpPr>
          <p:cNvPr id="27" name="Plassholder for bunntekst 2"/>
          <p:cNvSpPr>
            <a:spLocks noGrp="1"/>
          </p:cNvSpPr>
          <p:nvPr>
            <p:ph type="ftr" sz="quarter" idx="18"/>
          </p:nvPr>
        </p:nvSpPr>
        <p:spPr>
          <a:xfrm>
            <a:off x="2808000" y="6318000"/>
            <a:ext cx="7020000" cy="360000"/>
          </a:xfrm>
        </p:spPr>
        <p:txBody>
          <a:bodyPr/>
          <a:lstStyle>
            <a:lvl1pPr>
              <a:defRPr sz="1000" b="0" i="0">
                <a:solidFill>
                  <a:schemeClr val="tx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0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Plassholder for dato 1"/>
          <p:cNvSpPr>
            <a:spLocks noGrp="1"/>
          </p:cNvSpPr>
          <p:nvPr>
            <p:ph type="dt" sz="half" idx="17"/>
          </p:nvPr>
        </p:nvSpPr>
        <p:spPr>
          <a:xfrm>
            <a:off x="9846342" y="6318000"/>
            <a:ext cx="1620000" cy="360000"/>
          </a:xfrm>
          <a:prstGeom prst="rect">
            <a:avLst/>
          </a:prstGeom>
        </p:spPr>
        <p:txBody>
          <a:bodyPr/>
          <a:lstStyle>
            <a:lvl1pPr>
              <a:defRPr sz="1000" b="0" i="0">
                <a:solidFill>
                  <a:schemeClr val="tx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4051AA-A707-42B0-827D-59BBD97A122A}" type="datetime1">
              <a:rPr kumimoji="0" lang="nb-NO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02.07.2026</a:t>
            </a:fld>
            <a:endParaRPr kumimoji="0" lang="nb-NO" sz="10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Plassholder for lysbildenummer 3"/>
          <p:cNvSpPr>
            <a:spLocks noGrp="1"/>
          </p:cNvSpPr>
          <p:nvPr>
            <p:ph type="sldNum" sz="quarter" idx="19"/>
          </p:nvPr>
        </p:nvSpPr>
        <p:spPr>
          <a:xfrm>
            <a:off x="11555518" y="6318000"/>
            <a:ext cx="450010" cy="360000"/>
          </a:xfrm>
        </p:spPr>
        <p:txBody>
          <a:bodyPr/>
          <a:lstStyle>
            <a:lvl1pPr>
              <a:defRPr sz="1000" b="0" i="0">
                <a:solidFill>
                  <a:schemeClr val="tx1">
                    <a:alpha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E3B291-050D-4A82-B0A1-DB349FC61753}" type="slidenum">
              <a:rPr kumimoji="0" lang="nb-NO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nb-NO" sz="10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Plassholder for tekst 2"/>
          <p:cNvSpPr>
            <a:spLocks noGrp="1"/>
          </p:cNvSpPr>
          <p:nvPr>
            <p:ph type="body" idx="1" hasCustomPrompt="1"/>
          </p:nvPr>
        </p:nvSpPr>
        <p:spPr>
          <a:xfrm>
            <a:off x="839969" y="3976254"/>
            <a:ext cx="5400000" cy="546879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 i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 dirty="0"/>
              <a:t>Overskrift</a:t>
            </a:r>
          </a:p>
        </p:txBody>
      </p:sp>
      <p:sp>
        <p:nvSpPr>
          <p:cNvPr id="17" name="Plassholder for tekst 10"/>
          <p:cNvSpPr>
            <a:spLocks noGrp="1"/>
          </p:cNvSpPr>
          <p:nvPr>
            <p:ph type="body" sz="quarter" idx="13"/>
          </p:nvPr>
        </p:nvSpPr>
        <p:spPr>
          <a:xfrm>
            <a:off x="839970" y="4528704"/>
            <a:ext cx="5399999" cy="1505340"/>
          </a:xfrm>
          <a:noFill/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ct val="110000"/>
              </a:lnSpc>
              <a:buNone/>
              <a:defRPr sz="2000" b="0" i="0">
                <a:solidFill>
                  <a:schemeClr val="tx1"/>
                </a:solidFill>
              </a:defRPr>
            </a:lvl1pPr>
            <a:lvl2pPr marL="457200" indent="0" algn="ctr">
              <a:lnSpc>
                <a:spcPct val="110000"/>
              </a:lnSpc>
              <a:buNone/>
              <a:defRPr sz="1800"/>
            </a:lvl2pPr>
            <a:lvl3pPr marL="914400" indent="0" algn="ctr">
              <a:lnSpc>
                <a:spcPct val="110000"/>
              </a:lnSpc>
              <a:buNone/>
              <a:defRPr sz="1600"/>
            </a:lvl3pPr>
            <a:lvl4pPr marL="1371600" indent="0" algn="ctr">
              <a:lnSpc>
                <a:spcPct val="110000"/>
              </a:lnSpc>
              <a:buNone/>
              <a:defRPr sz="1400"/>
            </a:lvl4pPr>
            <a:lvl5pPr marL="1828800" indent="0" algn="ctr">
              <a:lnSpc>
                <a:spcPct val="110000"/>
              </a:lnSpc>
              <a:buNone/>
              <a:defRPr sz="1400"/>
            </a:lvl5pPr>
          </a:lstStyle>
          <a:p>
            <a:pPr lvl="0"/>
            <a:r>
              <a:rPr lang="nb-NO" dirty="0"/>
              <a:t>Klikk for å redigere tekststiler i malen</a:t>
            </a:r>
          </a:p>
        </p:txBody>
      </p:sp>
      <p:sp>
        <p:nvSpPr>
          <p:cNvPr id="18" name="Plassholder for tekst 4"/>
          <p:cNvSpPr>
            <a:spLocks noGrp="1"/>
          </p:cNvSpPr>
          <p:nvPr>
            <p:ph type="body" sz="quarter" idx="3" hasCustomPrompt="1"/>
          </p:nvPr>
        </p:nvSpPr>
        <p:spPr>
          <a:xfrm>
            <a:off x="6410472" y="3976254"/>
            <a:ext cx="5400000" cy="546879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 i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 dirty="0"/>
              <a:t>Overskrift</a:t>
            </a:r>
          </a:p>
        </p:txBody>
      </p:sp>
      <p:sp>
        <p:nvSpPr>
          <p:cNvPr id="20" name="Plassholder for tekst 10"/>
          <p:cNvSpPr>
            <a:spLocks noGrp="1"/>
          </p:cNvSpPr>
          <p:nvPr>
            <p:ph type="body" sz="quarter" idx="14"/>
          </p:nvPr>
        </p:nvSpPr>
        <p:spPr>
          <a:xfrm>
            <a:off x="6410472" y="4528704"/>
            <a:ext cx="5400000" cy="1505340"/>
          </a:xfrm>
          <a:noFill/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ct val="110000"/>
              </a:lnSpc>
              <a:buNone/>
              <a:defRPr sz="2000" b="0" i="0">
                <a:solidFill>
                  <a:schemeClr val="tx1"/>
                </a:solidFill>
              </a:defRPr>
            </a:lvl1pPr>
            <a:lvl2pPr marL="457200" indent="0" algn="ctr">
              <a:lnSpc>
                <a:spcPct val="110000"/>
              </a:lnSpc>
              <a:buNone/>
              <a:defRPr sz="1800"/>
            </a:lvl2pPr>
            <a:lvl3pPr marL="914400" indent="0" algn="ctr">
              <a:lnSpc>
                <a:spcPct val="110000"/>
              </a:lnSpc>
              <a:buNone/>
              <a:defRPr sz="1600"/>
            </a:lvl3pPr>
            <a:lvl4pPr marL="1371600" indent="0" algn="ctr">
              <a:lnSpc>
                <a:spcPct val="110000"/>
              </a:lnSpc>
              <a:buNone/>
              <a:defRPr sz="1400"/>
            </a:lvl4pPr>
            <a:lvl5pPr marL="1828800" indent="0" algn="ctr">
              <a:lnSpc>
                <a:spcPct val="110000"/>
              </a:lnSpc>
              <a:buNone/>
              <a:defRPr sz="1400"/>
            </a:lvl5pPr>
          </a:lstStyle>
          <a:p>
            <a:pPr lvl="0"/>
            <a:r>
              <a:rPr lang="nb-NO" dirty="0"/>
              <a:t>Klikk for å redigere tekststiler i malen</a:t>
            </a:r>
          </a:p>
        </p:txBody>
      </p:sp>
      <p:sp>
        <p:nvSpPr>
          <p:cNvPr id="21" name="Plassholder for bilde 2"/>
          <p:cNvSpPr>
            <a:spLocks noGrp="1"/>
          </p:cNvSpPr>
          <p:nvPr>
            <p:ph type="pic" sz="quarter" idx="20" hasCustomPrompt="1"/>
          </p:nvPr>
        </p:nvSpPr>
        <p:spPr>
          <a:xfrm>
            <a:off x="839969" y="1688655"/>
            <a:ext cx="5400000" cy="2284814"/>
          </a:xfrm>
          <a:ln>
            <a:noFill/>
          </a:ln>
        </p:spPr>
        <p:txBody>
          <a:bodyPr tIns="1368000">
            <a:normAutofit/>
          </a:bodyPr>
          <a:lstStyle>
            <a:lvl1pPr marL="0" indent="0" algn="ctr">
              <a:buNone/>
              <a:defRPr sz="2000" b="0" i="0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nb-NO" dirty="0"/>
              <a:t>Sett inn bilde</a:t>
            </a:r>
          </a:p>
        </p:txBody>
      </p:sp>
      <p:sp>
        <p:nvSpPr>
          <p:cNvPr id="22" name="Plassholder for bilde 2"/>
          <p:cNvSpPr>
            <a:spLocks noGrp="1"/>
          </p:cNvSpPr>
          <p:nvPr>
            <p:ph type="pic" sz="quarter" idx="21" hasCustomPrompt="1"/>
          </p:nvPr>
        </p:nvSpPr>
        <p:spPr>
          <a:xfrm>
            <a:off x="6410472" y="1688655"/>
            <a:ext cx="5400000" cy="2284814"/>
          </a:xfrm>
          <a:ln>
            <a:noFill/>
          </a:ln>
        </p:spPr>
        <p:txBody>
          <a:bodyPr tIns="1368000">
            <a:normAutofit/>
          </a:bodyPr>
          <a:lstStyle>
            <a:lvl1pPr marL="0" indent="0" algn="ctr">
              <a:buNone/>
              <a:defRPr sz="2000" b="0" i="0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nb-NO" dirty="0"/>
              <a:t>Sett inn bilde</a:t>
            </a:r>
          </a:p>
        </p:txBody>
      </p:sp>
      <p:sp>
        <p:nvSpPr>
          <p:cNvPr id="23" name="Plassholder for tekst 3"/>
          <p:cNvSpPr>
            <a:spLocks noGrp="1"/>
          </p:cNvSpPr>
          <p:nvPr>
            <p:ph type="body" sz="quarter" idx="15" hasCustomPrompt="1"/>
          </p:nvPr>
        </p:nvSpPr>
        <p:spPr>
          <a:xfrm>
            <a:off x="2244971" y="3706428"/>
            <a:ext cx="3996000" cy="244606"/>
          </a:xfrm>
        </p:spPr>
        <p:txBody>
          <a:bodyPr>
            <a:normAutofit/>
          </a:bodyPr>
          <a:lstStyle>
            <a:lvl1pPr marL="0" indent="0" algn="r">
              <a:buNone/>
              <a:defRPr sz="1000" b="0" i="0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 lvl="0"/>
            <a:r>
              <a:rPr lang="nb-NO" dirty="0"/>
              <a:t>Foto: © Navn på fotograf og bildebyrå</a:t>
            </a:r>
          </a:p>
        </p:txBody>
      </p:sp>
      <p:sp>
        <p:nvSpPr>
          <p:cNvPr id="30" name="Plassholder for tekst 3"/>
          <p:cNvSpPr>
            <a:spLocks noGrp="1"/>
          </p:cNvSpPr>
          <p:nvPr>
            <p:ph type="body" sz="quarter" idx="22" hasCustomPrompt="1"/>
          </p:nvPr>
        </p:nvSpPr>
        <p:spPr>
          <a:xfrm>
            <a:off x="7814832" y="3706428"/>
            <a:ext cx="3996000" cy="244606"/>
          </a:xfrm>
        </p:spPr>
        <p:txBody>
          <a:bodyPr>
            <a:normAutofit/>
          </a:bodyPr>
          <a:lstStyle>
            <a:lvl1pPr marL="0" indent="0" algn="r">
              <a:buNone/>
              <a:defRPr sz="1000" b="0" i="0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 lvl="0"/>
            <a:r>
              <a:rPr lang="nb-NO" dirty="0"/>
              <a:t>Foto: © Navn på fotograf og bildebyrå</a:t>
            </a:r>
          </a:p>
        </p:txBody>
      </p:sp>
      <p:pic>
        <p:nvPicPr>
          <p:cNvPr id="3" name="Bilde 3">
            <a:extLst>
              <a:ext uri="{FF2B5EF4-FFF2-40B4-BE49-F238E27FC236}">
                <a16:creationId xmlns:a16="http://schemas.microsoft.com/office/drawing/2014/main" id="{E1DFB01B-3A49-C9E8-BC1D-E783C64091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60000" y="6282000"/>
            <a:ext cx="2119819" cy="4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3113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BILDER MED TEKST lys bakgrun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dato 1"/>
          <p:cNvSpPr>
            <a:spLocks noGrp="1"/>
          </p:cNvSpPr>
          <p:nvPr>
            <p:ph type="dt" sz="half" idx="10"/>
          </p:nvPr>
        </p:nvSpPr>
        <p:spPr>
          <a:xfrm>
            <a:off x="9846000" y="6318000"/>
            <a:ext cx="1620000" cy="360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0A2D32-A055-4126-B571-3308C211CF69}" type="datetime1">
              <a:rPr kumimoji="0" lang="nb-NO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02.07.2026</a:t>
            </a:fld>
            <a:endParaRPr kumimoji="0" lang="nb-NO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Plassholder for bunntekst 2"/>
          <p:cNvSpPr>
            <a:spLocks noGrp="1"/>
          </p:cNvSpPr>
          <p:nvPr>
            <p:ph type="ftr" sz="quarter" idx="11"/>
          </p:nvPr>
        </p:nvSpPr>
        <p:spPr>
          <a:xfrm>
            <a:off x="2808000" y="6318000"/>
            <a:ext cx="7020000" cy="360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12"/>
          </p:nvPr>
        </p:nvSpPr>
        <p:spPr>
          <a:xfrm>
            <a:off x="11556000" y="6318000"/>
            <a:ext cx="450000" cy="360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E3B291-050D-4A82-B0A1-DB349FC61753}" type="slidenum">
              <a:rPr kumimoji="0" lang="nb-NO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nb-NO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tel 1"/>
          <p:cNvSpPr>
            <a:spLocks noGrp="1"/>
          </p:cNvSpPr>
          <p:nvPr>
            <p:ph type="title" hasCustomPrompt="1"/>
          </p:nvPr>
        </p:nvSpPr>
        <p:spPr>
          <a:xfrm>
            <a:off x="838800" y="363600"/>
            <a:ext cx="9000000" cy="1325563"/>
          </a:xfrm>
          <a:prstGeom prst="rect">
            <a:avLst/>
          </a:prstGeom>
        </p:spPr>
        <p:txBody>
          <a:bodyPr/>
          <a:lstStyle>
            <a:lvl1pPr>
              <a:defRPr b="0" i="0" baseline="0"/>
            </a:lvl1pPr>
          </a:lstStyle>
          <a:p>
            <a:r>
              <a:rPr lang="nb-NO" dirty="0"/>
              <a:t>Klikk for å skrive tittel</a:t>
            </a:r>
          </a:p>
        </p:txBody>
      </p:sp>
      <p:sp>
        <p:nvSpPr>
          <p:cNvPr id="9" name="Plassholder for tekst 2"/>
          <p:cNvSpPr>
            <a:spLocks noGrp="1"/>
          </p:cNvSpPr>
          <p:nvPr>
            <p:ph type="body" idx="1" hasCustomPrompt="1"/>
          </p:nvPr>
        </p:nvSpPr>
        <p:spPr>
          <a:xfrm>
            <a:off x="479425" y="3935158"/>
            <a:ext cx="3456000" cy="546879"/>
          </a:xfrm>
          <a:prstGeom prst="rect">
            <a:avLst/>
          </a:prstGeom>
        </p:spPr>
        <p:txBody>
          <a:bodyPr lIns="36000" tIns="36000" rIns="36000" bIns="3600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latin typeface="Arial" panose="020B0604020202020204" pitchFamily="34" charset="0"/>
                <a:ea typeface="Open Sans SemiBold" panose="020B0706030804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 dirty="0"/>
              <a:t>Overskrift</a:t>
            </a:r>
          </a:p>
        </p:txBody>
      </p:sp>
      <p:sp>
        <p:nvSpPr>
          <p:cNvPr id="10" name="Plassholder for tekst 10"/>
          <p:cNvSpPr>
            <a:spLocks noGrp="1"/>
          </p:cNvSpPr>
          <p:nvPr>
            <p:ph type="body" sz="quarter" idx="13"/>
          </p:nvPr>
        </p:nvSpPr>
        <p:spPr>
          <a:xfrm>
            <a:off x="479425" y="4487608"/>
            <a:ext cx="3456000" cy="150534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10000"/>
              </a:lnSpc>
              <a:buNone/>
              <a:defRPr sz="2000" b="0" i="0"/>
            </a:lvl1pPr>
            <a:lvl2pPr marL="457200" indent="0" algn="ctr">
              <a:lnSpc>
                <a:spcPct val="110000"/>
              </a:lnSpc>
              <a:buNone/>
              <a:defRPr sz="1800"/>
            </a:lvl2pPr>
            <a:lvl3pPr marL="914400" indent="0" algn="ctr">
              <a:lnSpc>
                <a:spcPct val="110000"/>
              </a:lnSpc>
              <a:buNone/>
              <a:defRPr sz="1600"/>
            </a:lvl3pPr>
            <a:lvl4pPr marL="1371600" indent="0" algn="ctr">
              <a:lnSpc>
                <a:spcPct val="110000"/>
              </a:lnSpc>
              <a:buNone/>
              <a:defRPr sz="1400"/>
            </a:lvl4pPr>
            <a:lvl5pPr marL="1828800" indent="0" algn="ctr">
              <a:lnSpc>
                <a:spcPct val="110000"/>
              </a:lnSpc>
              <a:buNone/>
              <a:defRPr sz="1400"/>
            </a:lvl5pPr>
          </a:lstStyle>
          <a:p>
            <a:pPr lvl="0"/>
            <a:r>
              <a:rPr lang="nb-NO" dirty="0"/>
              <a:t>Klikk for å redigere tekststiler i malen</a:t>
            </a:r>
          </a:p>
        </p:txBody>
      </p:sp>
      <p:sp>
        <p:nvSpPr>
          <p:cNvPr id="11" name="Plassholder for tekst 4"/>
          <p:cNvSpPr>
            <a:spLocks noGrp="1"/>
          </p:cNvSpPr>
          <p:nvPr>
            <p:ph type="body" sz="quarter" idx="3" hasCustomPrompt="1"/>
          </p:nvPr>
        </p:nvSpPr>
        <p:spPr>
          <a:xfrm>
            <a:off x="4241865" y="3935158"/>
            <a:ext cx="3456000" cy="546879"/>
          </a:xfrm>
          <a:prstGeom prst="rect">
            <a:avLst/>
          </a:prstGeom>
        </p:spPr>
        <p:txBody>
          <a:bodyPr lIns="36000" tIns="36000" rIns="36000" bIns="3600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latin typeface="Arial" panose="020B0604020202020204" pitchFamily="34" charset="0"/>
                <a:ea typeface="Open Sans SemiBold" panose="020B0706030804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 dirty="0"/>
              <a:t>Overskrift</a:t>
            </a:r>
          </a:p>
        </p:txBody>
      </p:sp>
      <p:sp>
        <p:nvSpPr>
          <p:cNvPr id="12" name="Plassholder for tekst 10"/>
          <p:cNvSpPr>
            <a:spLocks noGrp="1"/>
          </p:cNvSpPr>
          <p:nvPr>
            <p:ph type="body" sz="quarter" idx="14"/>
          </p:nvPr>
        </p:nvSpPr>
        <p:spPr>
          <a:xfrm>
            <a:off x="4241865" y="4487608"/>
            <a:ext cx="3456000" cy="150534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10000"/>
              </a:lnSpc>
              <a:buNone/>
              <a:defRPr sz="2000" b="0" i="0"/>
            </a:lvl1pPr>
            <a:lvl2pPr marL="457200" indent="0" algn="ctr">
              <a:lnSpc>
                <a:spcPct val="110000"/>
              </a:lnSpc>
              <a:buNone/>
              <a:defRPr sz="1800"/>
            </a:lvl2pPr>
            <a:lvl3pPr marL="914400" indent="0" algn="ctr">
              <a:lnSpc>
                <a:spcPct val="110000"/>
              </a:lnSpc>
              <a:buNone/>
              <a:defRPr sz="1600"/>
            </a:lvl3pPr>
            <a:lvl4pPr marL="1371600" indent="0" algn="ctr">
              <a:lnSpc>
                <a:spcPct val="110000"/>
              </a:lnSpc>
              <a:buNone/>
              <a:defRPr sz="1400"/>
            </a:lvl4pPr>
            <a:lvl5pPr marL="1828800" indent="0" algn="ctr">
              <a:lnSpc>
                <a:spcPct val="110000"/>
              </a:lnSpc>
              <a:buNone/>
              <a:defRPr sz="1400"/>
            </a:lvl5pPr>
          </a:lstStyle>
          <a:p>
            <a:pPr lvl="0"/>
            <a:r>
              <a:rPr lang="nb-NO" dirty="0"/>
              <a:t>Klikk for å redigere tekststiler i malen</a:t>
            </a:r>
          </a:p>
        </p:txBody>
      </p:sp>
      <p:sp>
        <p:nvSpPr>
          <p:cNvPr id="13" name="Plassholder for tekst 4"/>
          <p:cNvSpPr>
            <a:spLocks noGrp="1"/>
          </p:cNvSpPr>
          <p:nvPr>
            <p:ph type="body" sz="quarter" idx="17" hasCustomPrompt="1"/>
          </p:nvPr>
        </p:nvSpPr>
        <p:spPr>
          <a:xfrm>
            <a:off x="8004306" y="3935158"/>
            <a:ext cx="3456000" cy="546879"/>
          </a:xfrm>
          <a:prstGeom prst="rect">
            <a:avLst/>
          </a:prstGeom>
        </p:spPr>
        <p:txBody>
          <a:bodyPr lIns="36000" tIns="36000" rIns="36000" bIns="3600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latin typeface="Arial" panose="020B0604020202020204" pitchFamily="34" charset="0"/>
                <a:ea typeface="Open Sans SemiBold" panose="020B0706030804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 dirty="0"/>
              <a:t>Overskrift</a:t>
            </a:r>
          </a:p>
        </p:txBody>
      </p:sp>
      <p:sp>
        <p:nvSpPr>
          <p:cNvPr id="14" name="Plassholder for tekst 10"/>
          <p:cNvSpPr>
            <a:spLocks noGrp="1"/>
          </p:cNvSpPr>
          <p:nvPr>
            <p:ph type="body" sz="quarter" idx="18"/>
          </p:nvPr>
        </p:nvSpPr>
        <p:spPr>
          <a:xfrm>
            <a:off x="8004306" y="4487608"/>
            <a:ext cx="3456000" cy="150534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10000"/>
              </a:lnSpc>
              <a:buNone/>
              <a:defRPr sz="2000" b="0" i="0"/>
            </a:lvl1pPr>
            <a:lvl2pPr marL="457200" indent="0" algn="ctr">
              <a:lnSpc>
                <a:spcPct val="110000"/>
              </a:lnSpc>
              <a:buNone/>
              <a:defRPr sz="1800"/>
            </a:lvl2pPr>
            <a:lvl3pPr marL="914400" indent="0" algn="ctr">
              <a:lnSpc>
                <a:spcPct val="110000"/>
              </a:lnSpc>
              <a:buNone/>
              <a:defRPr sz="1600"/>
            </a:lvl3pPr>
            <a:lvl4pPr marL="1371600" indent="0" algn="ctr">
              <a:lnSpc>
                <a:spcPct val="110000"/>
              </a:lnSpc>
              <a:buNone/>
              <a:defRPr sz="1400"/>
            </a:lvl4pPr>
            <a:lvl5pPr marL="1828800" indent="0" algn="ctr">
              <a:lnSpc>
                <a:spcPct val="110000"/>
              </a:lnSpc>
              <a:buNone/>
              <a:defRPr sz="1400"/>
            </a:lvl5pPr>
          </a:lstStyle>
          <a:p>
            <a:pPr lvl="0"/>
            <a:r>
              <a:rPr lang="nb-NO" dirty="0"/>
              <a:t>Klikk for å redigere tekststiler i malen</a:t>
            </a:r>
          </a:p>
        </p:txBody>
      </p:sp>
      <p:sp>
        <p:nvSpPr>
          <p:cNvPr id="16" name="Plassholder for bilde 15"/>
          <p:cNvSpPr>
            <a:spLocks noGrp="1" noChangeAspect="1"/>
          </p:cNvSpPr>
          <p:nvPr>
            <p:ph type="pic" sz="quarter" idx="20"/>
          </p:nvPr>
        </p:nvSpPr>
        <p:spPr>
          <a:xfrm>
            <a:off x="1055425" y="1631158"/>
            <a:ext cx="2304000" cy="23040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anchor="b" anchorCtr="0">
            <a:normAutofit/>
          </a:bodyPr>
          <a:lstStyle>
            <a:lvl1pPr marL="0" indent="0" algn="ctr">
              <a:buNone/>
              <a:defRPr sz="1200" b="0" i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b-NO" dirty="0"/>
              <a:t>Klikk på ikonet for å legge til et bilde</a:t>
            </a:r>
          </a:p>
        </p:txBody>
      </p:sp>
      <p:sp>
        <p:nvSpPr>
          <p:cNvPr id="17" name="Plassholder for bilde 15"/>
          <p:cNvSpPr>
            <a:spLocks noGrp="1" noChangeAspect="1"/>
          </p:cNvSpPr>
          <p:nvPr>
            <p:ph type="pic" sz="quarter" idx="21"/>
          </p:nvPr>
        </p:nvSpPr>
        <p:spPr>
          <a:xfrm>
            <a:off x="4956803" y="1631158"/>
            <a:ext cx="2304000" cy="23040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anchor="b" anchorCtr="0">
            <a:normAutofit/>
          </a:bodyPr>
          <a:lstStyle>
            <a:lvl1pPr marL="0" indent="0" algn="ctr">
              <a:buNone/>
              <a:defRPr sz="1200" b="0" i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b-NO" dirty="0"/>
              <a:t>Klikk på ikonet for å legge til et bilde</a:t>
            </a:r>
          </a:p>
        </p:txBody>
      </p:sp>
      <p:sp>
        <p:nvSpPr>
          <p:cNvPr id="18" name="Plassholder for bilde 15"/>
          <p:cNvSpPr>
            <a:spLocks noGrp="1" noChangeAspect="1"/>
          </p:cNvSpPr>
          <p:nvPr>
            <p:ph type="pic" sz="quarter" idx="22"/>
          </p:nvPr>
        </p:nvSpPr>
        <p:spPr>
          <a:xfrm>
            <a:off x="8580306" y="1631158"/>
            <a:ext cx="2304000" cy="23040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anchor="b" anchorCtr="0">
            <a:normAutofit/>
          </a:bodyPr>
          <a:lstStyle>
            <a:lvl1pPr marL="0" indent="0" algn="ctr">
              <a:buNone/>
              <a:defRPr sz="1200" b="0" i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b-NO" dirty="0"/>
              <a:t>Klikk på ikonet for å legge til et bilde</a:t>
            </a:r>
          </a:p>
        </p:txBody>
      </p:sp>
    </p:spTree>
    <p:extLst>
      <p:ext uri="{BB962C8B-B14F-4D97-AF65-F5344CB8AC3E}">
        <p14:creationId xmlns:p14="http://schemas.microsoft.com/office/powerpoint/2010/main" val="4113733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 BILDER MED TEKST mørk bakgrun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dato 1"/>
          <p:cNvSpPr>
            <a:spLocks noGrp="1"/>
          </p:cNvSpPr>
          <p:nvPr>
            <p:ph type="dt" sz="half" idx="10"/>
          </p:nvPr>
        </p:nvSpPr>
        <p:spPr>
          <a:xfrm>
            <a:off x="9846000" y="6318000"/>
            <a:ext cx="1620000" cy="360000"/>
          </a:xfrm>
          <a:prstGeom prst="rect">
            <a:avLst/>
          </a:prstGeom>
        </p:spPr>
        <p:txBody>
          <a:bodyPr/>
          <a:lstStyle>
            <a:lvl1pPr>
              <a:defRPr sz="1000" b="0" i="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BA16A3-7C9F-415F-BC64-35ED908CDF30}" type="datetime1">
              <a:rPr kumimoji="0" lang="nb-NO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02.07.2026</a:t>
            </a:fld>
            <a:endParaRPr kumimoji="0" lang="nb-NO" sz="10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Plassholder for bunntekst 2"/>
          <p:cNvSpPr>
            <a:spLocks noGrp="1"/>
          </p:cNvSpPr>
          <p:nvPr>
            <p:ph type="ftr" sz="quarter" idx="11"/>
          </p:nvPr>
        </p:nvSpPr>
        <p:spPr>
          <a:xfrm>
            <a:off x="2808000" y="6318000"/>
            <a:ext cx="7020000" cy="360000"/>
          </a:xfrm>
          <a:prstGeom prst="rect">
            <a:avLst/>
          </a:prstGeom>
        </p:spPr>
        <p:txBody>
          <a:bodyPr/>
          <a:lstStyle>
            <a:lvl1pPr>
              <a:defRPr sz="1000" b="0" i="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0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12"/>
          </p:nvPr>
        </p:nvSpPr>
        <p:spPr>
          <a:xfrm>
            <a:off x="11556000" y="6318000"/>
            <a:ext cx="450000" cy="360000"/>
          </a:xfrm>
          <a:prstGeom prst="rect">
            <a:avLst/>
          </a:prstGeom>
        </p:spPr>
        <p:txBody>
          <a:bodyPr/>
          <a:lstStyle>
            <a:lvl1pPr>
              <a:defRPr sz="1000" b="0" i="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E3B291-050D-4A82-B0A1-DB349FC61753}" type="slidenum">
              <a:rPr kumimoji="0" lang="nb-NO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nb-NO" sz="10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tel 1"/>
          <p:cNvSpPr>
            <a:spLocks noGrp="1"/>
          </p:cNvSpPr>
          <p:nvPr>
            <p:ph type="title" hasCustomPrompt="1"/>
          </p:nvPr>
        </p:nvSpPr>
        <p:spPr>
          <a:xfrm>
            <a:off x="838800" y="363600"/>
            <a:ext cx="9000000" cy="1325563"/>
          </a:xfrm>
          <a:prstGeom prst="rect">
            <a:avLst/>
          </a:prstGeom>
        </p:spPr>
        <p:txBody>
          <a:bodyPr/>
          <a:lstStyle>
            <a:lvl1pPr>
              <a:defRPr b="0" i="0" baseline="0"/>
            </a:lvl1pPr>
          </a:lstStyle>
          <a:p>
            <a:r>
              <a:rPr lang="nb-NO" dirty="0"/>
              <a:t>Klikk for å skrive tittel</a:t>
            </a:r>
          </a:p>
        </p:txBody>
      </p:sp>
      <p:sp>
        <p:nvSpPr>
          <p:cNvPr id="9" name="Plassholder for tekst 2"/>
          <p:cNvSpPr>
            <a:spLocks noGrp="1"/>
          </p:cNvSpPr>
          <p:nvPr>
            <p:ph type="body" idx="1" hasCustomPrompt="1"/>
          </p:nvPr>
        </p:nvSpPr>
        <p:spPr>
          <a:xfrm>
            <a:off x="479425" y="3935158"/>
            <a:ext cx="3456000" cy="546879"/>
          </a:xfrm>
          <a:prstGeom prst="rect">
            <a:avLst/>
          </a:prstGeom>
        </p:spPr>
        <p:txBody>
          <a:bodyPr lIns="36000" tIns="36000" rIns="36000" bIns="3600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latin typeface="Arial" panose="020B0604020202020204" pitchFamily="34" charset="0"/>
                <a:ea typeface="Open Sans SemiBold" panose="020B0706030804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 dirty="0"/>
              <a:t>Overskrift</a:t>
            </a:r>
          </a:p>
        </p:txBody>
      </p:sp>
      <p:sp>
        <p:nvSpPr>
          <p:cNvPr id="10" name="Plassholder for tekst 10"/>
          <p:cNvSpPr>
            <a:spLocks noGrp="1"/>
          </p:cNvSpPr>
          <p:nvPr>
            <p:ph type="body" sz="quarter" idx="13"/>
          </p:nvPr>
        </p:nvSpPr>
        <p:spPr>
          <a:xfrm>
            <a:off x="479425" y="4487608"/>
            <a:ext cx="3456000" cy="150534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10000"/>
              </a:lnSpc>
              <a:buNone/>
              <a:defRPr sz="2000" b="0" i="0"/>
            </a:lvl1pPr>
            <a:lvl2pPr marL="457200" indent="0" algn="ctr">
              <a:lnSpc>
                <a:spcPct val="110000"/>
              </a:lnSpc>
              <a:buNone/>
              <a:defRPr sz="1800"/>
            </a:lvl2pPr>
            <a:lvl3pPr marL="914400" indent="0" algn="ctr">
              <a:lnSpc>
                <a:spcPct val="110000"/>
              </a:lnSpc>
              <a:buNone/>
              <a:defRPr sz="1600"/>
            </a:lvl3pPr>
            <a:lvl4pPr marL="1371600" indent="0" algn="ctr">
              <a:lnSpc>
                <a:spcPct val="110000"/>
              </a:lnSpc>
              <a:buNone/>
              <a:defRPr sz="1400"/>
            </a:lvl4pPr>
            <a:lvl5pPr marL="1828800" indent="0" algn="ctr">
              <a:lnSpc>
                <a:spcPct val="110000"/>
              </a:lnSpc>
              <a:buNone/>
              <a:defRPr sz="1400"/>
            </a:lvl5pPr>
          </a:lstStyle>
          <a:p>
            <a:pPr lvl="0"/>
            <a:r>
              <a:rPr lang="nb-NO" dirty="0"/>
              <a:t>Klikk for å redigere tekststiler i malen</a:t>
            </a:r>
          </a:p>
        </p:txBody>
      </p:sp>
      <p:sp>
        <p:nvSpPr>
          <p:cNvPr id="11" name="Plassholder for tekst 4"/>
          <p:cNvSpPr>
            <a:spLocks noGrp="1"/>
          </p:cNvSpPr>
          <p:nvPr>
            <p:ph type="body" sz="quarter" idx="3" hasCustomPrompt="1"/>
          </p:nvPr>
        </p:nvSpPr>
        <p:spPr>
          <a:xfrm>
            <a:off x="4241865" y="3935158"/>
            <a:ext cx="3456000" cy="546879"/>
          </a:xfrm>
          <a:prstGeom prst="rect">
            <a:avLst/>
          </a:prstGeom>
        </p:spPr>
        <p:txBody>
          <a:bodyPr lIns="36000" tIns="36000" rIns="36000" bIns="3600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latin typeface="Arial" panose="020B0604020202020204" pitchFamily="34" charset="0"/>
                <a:ea typeface="Open Sans SemiBold" panose="020B0706030804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 dirty="0"/>
              <a:t>Overskrift</a:t>
            </a:r>
          </a:p>
        </p:txBody>
      </p:sp>
      <p:sp>
        <p:nvSpPr>
          <p:cNvPr id="12" name="Plassholder for tekst 10"/>
          <p:cNvSpPr>
            <a:spLocks noGrp="1"/>
          </p:cNvSpPr>
          <p:nvPr>
            <p:ph type="body" sz="quarter" idx="14"/>
          </p:nvPr>
        </p:nvSpPr>
        <p:spPr>
          <a:xfrm>
            <a:off x="4241865" y="4487608"/>
            <a:ext cx="3456000" cy="150534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10000"/>
              </a:lnSpc>
              <a:buNone/>
              <a:defRPr sz="2000" b="0" i="0"/>
            </a:lvl1pPr>
            <a:lvl2pPr marL="457200" indent="0" algn="ctr">
              <a:lnSpc>
                <a:spcPct val="110000"/>
              </a:lnSpc>
              <a:buNone/>
              <a:defRPr sz="1800"/>
            </a:lvl2pPr>
            <a:lvl3pPr marL="914400" indent="0" algn="ctr">
              <a:lnSpc>
                <a:spcPct val="110000"/>
              </a:lnSpc>
              <a:buNone/>
              <a:defRPr sz="1600"/>
            </a:lvl3pPr>
            <a:lvl4pPr marL="1371600" indent="0" algn="ctr">
              <a:lnSpc>
                <a:spcPct val="110000"/>
              </a:lnSpc>
              <a:buNone/>
              <a:defRPr sz="1400"/>
            </a:lvl4pPr>
            <a:lvl5pPr marL="1828800" indent="0" algn="ctr">
              <a:lnSpc>
                <a:spcPct val="110000"/>
              </a:lnSpc>
              <a:buNone/>
              <a:defRPr sz="1400"/>
            </a:lvl5pPr>
          </a:lstStyle>
          <a:p>
            <a:pPr lvl="0"/>
            <a:r>
              <a:rPr lang="nb-NO" dirty="0"/>
              <a:t>Klikk for å redigere tekststiler i malen</a:t>
            </a:r>
          </a:p>
        </p:txBody>
      </p:sp>
      <p:sp>
        <p:nvSpPr>
          <p:cNvPr id="13" name="Plassholder for tekst 4"/>
          <p:cNvSpPr>
            <a:spLocks noGrp="1"/>
          </p:cNvSpPr>
          <p:nvPr>
            <p:ph type="body" sz="quarter" idx="17" hasCustomPrompt="1"/>
          </p:nvPr>
        </p:nvSpPr>
        <p:spPr>
          <a:xfrm>
            <a:off x="8004306" y="3935158"/>
            <a:ext cx="3456000" cy="546879"/>
          </a:xfrm>
          <a:prstGeom prst="rect">
            <a:avLst/>
          </a:prstGeom>
        </p:spPr>
        <p:txBody>
          <a:bodyPr lIns="36000" tIns="36000" rIns="36000" bIns="3600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Open Sans SemiBold" panose="020B0706030804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 dirty="0"/>
              <a:t>Overskrift</a:t>
            </a:r>
          </a:p>
        </p:txBody>
      </p:sp>
      <p:sp>
        <p:nvSpPr>
          <p:cNvPr id="14" name="Plassholder for tekst 10"/>
          <p:cNvSpPr>
            <a:spLocks noGrp="1"/>
          </p:cNvSpPr>
          <p:nvPr>
            <p:ph type="body" sz="quarter" idx="18"/>
          </p:nvPr>
        </p:nvSpPr>
        <p:spPr>
          <a:xfrm>
            <a:off x="8004306" y="4487608"/>
            <a:ext cx="3456000" cy="150534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10000"/>
              </a:lnSpc>
              <a:buNone/>
              <a:defRPr sz="2000" b="0" i="0"/>
            </a:lvl1pPr>
            <a:lvl2pPr marL="457200" indent="0" algn="ctr">
              <a:lnSpc>
                <a:spcPct val="110000"/>
              </a:lnSpc>
              <a:buNone/>
              <a:defRPr sz="1800"/>
            </a:lvl2pPr>
            <a:lvl3pPr marL="914400" indent="0" algn="ctr">
              <a:lnSpc>
                <a:spcPct val="110000"/>
              </a:lnSpc>
              <a:buNone/>
              <a:defRPr sz="1600"/>
            </a:lvl3pPr>
            <a:lvl4pPr marL="1371600" indent="0" algn="ctr">
              <a:lnSpc>
                <a:spcPct val="110000"/>
              </a:lnSpc>
              <a:buNone/>
              <a:defRPr sz="1400"/>
            </a:lvl4pPr>
            <a:lvl5pPr marL="1828800" indent="0" algn="ctr">
              <a:lnSpc>
                <a:spcPct val="110000"/>
              </a:lnSpc>
              <a:buNone/>
              <a:defRPr sz="1400"/>
            </a:lvl5pPr>
          </a:lstStyle>
          <a:p>
            <a:pPr lvl="0"/>
            <a:r>
              <a:rPr lang="nb-NO" dirty="0"/>
              <a:t>Klikk for å redigere tekststiler i malen</a:t>
            </a:r>
          </a:p>
        </p:txBody>
      </p:sp>
      <p:sp>
        <p:nvSpPr>
          <p:cNvPr id="16" name="Plassholder for bilde 15"/>
          <p:cNvSpPr>
            <a:spLocks noGrp="1" noChangeAspect="1"/>
          </p:cNvSpPr>
          <p:nvPr>
            <p:ph type="pic" sz="quarter" idx="20"/>
          </p:nvPr>
        </p:nvSpPr>
        <p:spPr>
          <a:xfrm>
            <a:off x="1055425" y="1625587"/>
            <a:ext cx="2304000" cy="2304000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chemeClr val="tx1">
                <a:lumMod val="65000"/>
              </a:schemeClr>
            </a:solidFill>
          </a:ln>
        </p:spPr>
        <p:txBody>
          <a:bodyPr anchor="b" anchorCtr="0">
            <a:normAutofit/>
          </a:bodyPr>
          <a:lstStyle>
            <a:lvl1pPr marL="0" indent="0" algn="ctr">
              <a:buNone/>
              <a:defRPr sz="1200" b="0" i="0"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nb-NO" dirty="0"/>
              <a:t>Klikk på ikonet for å legge til et bilde</a:t>
            </a:r>
          </a:p>
        </p:txBody>
      </p:sp>
      <p:sp>
        <p:nvSpPr>
          <p:cNvPr id="17" name="Plassholder for bilde 15"/>
          <p:cNvSpPr>
            <a:spLocks noGrp="1" noChangeAspect="1"/>
          </p:cNvSpPr>
          <p:nvPr>
            <p:ph type="pic" sz="quarter" idx="21"/>
          </p:nvPr>
        </p:nvSpPr>
        <p:spPr>
          <a:xfrm>
            <a:off x="4956803" y="1625587"/>
            <a:ext cx="2304000" cy="2304000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chemeClr val="tx1">
                <a:lumMod val="65000"/>
              </a:schemeClr>
            </a:solidFill>
          </a:ln>
        </p:spPr>
        <p:txBody>
          <a:bodyPr anchor="b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b-NO" dirty="0"/>
              <a:t>Klikk på ikonet for å legge til et bilde</a:t>
            </a:r>
          </a:p>
        </p:txBody>
      </p:sp>
      <p:sp>
        <p:nvSpPr>
          <p:cNvPr id="18" name="Plassholder for bilde 15"/>
          <p:cNvSpPr>
            <a:spLocks noGrp="1" noChangeAspect="1"/>
          </p:cNvSpPr>
          <p:nvPr>
            <p:ph type="pic" sz="quarter" idx="22"/>
          </p:nvPr>
        </p:nvSpPr>
        <p:spPr>
          <a:xfrm>
            <a:off x="8580306" y="1625587"/>
            <a:ext cx="2304000" cy="2304000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chemeClr val="tx1">
                <a:lumMod val="65000"/>
              </a:schemeClr>
            </a:solidFill>
          </a:ln>
        </p:spPr>
        <p:txBody>
          <a:bodyPr anchor="b" anchorCtr="0">
            <a:normAutofit/>
          </a:bodyPr>
          <a:lstStyle>
            <a:lvl1pPr marL="0" indent="0" algn="ctr">
              <a:buNone/>
              <a:defRPr sz="1200" b="0" i="0"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nb-NO" dirty="0"/>
              <a:t>Klikk på ikonet for å legge til et bilde</a:t>
            </a:r>
          </a:p>
        </p:txBody>
      </p:sp>
      <p:pic>
        <p:nvPicPr>
          <p:cNvPr id="6" name="Bilde 3">
            <a:extLst>
              <a:ext uri="{FF2B5EF4-FFF2-40B4-BE49-F238E27FC236}">
                <a16:creationId xmlns:a16="http://schemas.microsoft.com/office/drawing/2014/main" id="{8297BF7F-0F0D-F5B2-5B0E-6B73A44747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60000" y="6282000"/>
            <a:ext cx="2119819" cy="4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2610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ELDEKKENDE - sett inn lyst 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ssholder for bilde 5"/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 lIns="0" tIns="792000" anchor="ctr" anchorCtr="0">
            <a:normAutofit/>
          </a:bodyPr>
          <a:lstStyle>
            <a:lvl1pPr marL="0" indent="0" algn="ctr">
              <a:buNone/>
              <a:defRPr sz="1100" b="0" i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b-NO" dirty="0"/>
              <a:t>Klikk på ikonet for å sette inn lyst bilde</a:t>
            </a:r>
          </a:p>
        </p:txBody>
      </p:sp>
      <p:sp>
        <p:nvSpPr>
          <p:cNvPr id="4" name="Plassholder for tekst 3"/>
          <p:cNvSpPr>
            <a:spLocks noGrp="1"/>
          </p:cNvSpPr>
          <p:nvPr>
            <p:ph type="body" sz="quarter" idx="15" hasCustomPrompt="1"/>
          </p:nvPr>
        </p:nvSpPr>
        <p:spPr>
          <a:xfrm>
            <a:off x="8131359" y="6407992"/>
            <a:ext cx="4060641" cy="450008"/>
          </a:xfrm>
        </p:spPr>
        <p:txBody>
          <a:bodyPr rIns="180000">
            <a:normAutofit/>
          </a:bodyPr>
          <a:lstStyle>
            <a:lvl1pPr marL="0" indent="0" algn="r">
              <a:buNone/>
              <a:defRPr sz="1000" b="0" i="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nb-NO" dirty="0"/>
              <a:t>Foto: © Navn på fotograf og bildebyrå</a:t>
            </a:r>
          </a:p>
        </p:txBody>
      </p:sp>
      <p:sp>
        <p:nvSpPr>
          <p:cNvPr id="5" name="Plassholder for tekst 2"/>
          <p:cNvSpPr>
            <a:spLocks noGrp="1"/>
          </p:cNvSpPr>
          <p:nvPr>
            <p:ph type="body" sz="quarter" idx="17" hasCustomPrompt="1"/>
          </p:nvPr>
        </p:nvSpPr>
        <p:spPr>
          <a:xfrm>
            <a:off x="360000" y="6282000"/>
            <a:ext cx="2120400" cy="432000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lIns="0" tIns="0" rIns="0" bIns="0">
            <a:normAutofit/>
          </a:bodyPr>
          <a:lstStyle>
            <a:lvl1pPr marL="0" indent="0">
              <a:buNone/>
              <a:defRPr sz="200" b="0" i="0"/>
            </a:lvl1pPr>
          </a:lstStyle>
          <a:p>
            <a:pPr lvl="0"/>
            <a:r>
              <a:rPr lang="nb-NO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81992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ELDEKKENDE - sett inn mørkt 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ssholder for bilde 5"/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6858000"/>
          </a:xfrm>
          <a:solidFill>
            <a:schemeClr val="tx2"/>
          </a:solidFill>
        </p:spPr>
        <p:txBody>
          <a:bodyPr lIns="0" tIns="792000" anchor="ctr" anchorCtr="0">
            <a:normAutofit/>
          </a:bodyPr>
          <a:lstStyle>
            <a:lvl1pPr marL="0" indent="0" algn="ctr">
              <a:buNone/>
              <a:defRPr sz="1200" b="0" i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b-NO" dirty="0"/>
              <a:t>Klikk på ikonet for å sette inn mørkt bilde</a:t>
            </a:r>
          </a:p>
        </p:txBody>
      </p:sp>
      <p:sp>
        <p:nvSpPr>
          <p:cNvPr id="4" name="Plassholder for tekst 3"/>
          <p:cNvSpPr>
            <a:spLocks noGrp="1"/>
          </p:cNvSpPr>
          <p:nvPr>
            <p:ph type="body" sz="quarter" idx="15" hasCustomPrompt="1"/>
          </p:nvPr>
        </p:nvSpPr>
        <p:spPr>
          <a:xfrm>
            <a:off x="8131359" y="6407992"/>
            <a:ext cx="4060641" cy="450008"/>
          </a:xfrm>
        </p:spPr>
        <p:txBody>
          <a:bodyPr rIns="180000">
            <a:normAutofit/>
          </a:bodyPr>
          <a:lstStyle>
            <a:lvl1pPr marL="0" indent="0" algn="r">
              <a:buNone/>
              <a:defRPr sz="1000" b="0" i="0" baseline="0">
                <a:solidFill>
                  <a:schemeClr val="bg2">
                    <a:lumMod val="95000"/>
                  </a:schemeClr>
                </a:solidFill>
              </a:defRPr>
            </a:lvl1pPr>
          </a:lstStyle>
          <a:p>
            <a:pPr lvl="0"/>
            <a:r>
              <a:rPr lang="nb-NO" dirty="0"/>
              <a:t>Foto: © Navn på fotograf og bildebyrå</a:t>
            </a:r>
          </a:p>
        </p:txBody>
      </p:sp>
      <p:sp>
        <p:nvSpPr>
          <p:cNvPr id="5" name="Plassholder for tekst 2"/>
          <p:cNvSpPr>
            <a:spLocks noGrp="1"/>
          </p:cNvSpPr>
          <p:nvPr>
            <p:ph type="body" sz="quarter" idx="17" hasCustomPrompt="1"/>
          </p:nvPr>
        </p:nvSpPr>
        <p:spPr>
          <a:xfrm>
            <a:off x="359999" y="6282000"/>
            <a:ext cx="2120400" cy="432000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lIns="0" tIns="0" rIns="0" bIns="0">
            <a:normAutofit/>
          </a:bodyPr>
          <a:lstStyle>
            <a:lvl1pPr marL="0" indent="0">
              <a:buNone/>
              <a:defRPr sz="200" b="0" i="0"/>
            </a:lvl1pPr>
          </a:lstStyle>
          <a:p>
            <a:pPr lvl="0"/>
            <a:r>
              <a:rPr lang="nb-NO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79444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HOLD og BILDE lys bakgrun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ssholder for bilde 9"/>
          <p:cNvSpPr>
            <a:spLocks noGrp="1"/>
          </p:cNvSpPr>
          <p:nvPr>
            <p:ph type="pic" sz="quarter" idx="13" hasCustomPrompt="1"/>
          </p:nvPr>
        </p:nvSpPr>
        <p:spPr>
          <a:xfrm>
            <a:off x="6518858" y="305872"/>
            <a:ext cx="5297508" cy="624625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3708000" anchor="t" anchorCtr="1">
            <a:normAutofit/>
          </a:bodyPr>
          <a:lstStyle>
            <a:lvl1pPr marL="0" indent="0" algn="ctr">
              <a:buNone/>
              <a:defRPr sz="1400" b="0" i="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b-NO" dirty="0"/>
              <a:t>Sett inn bilde</a:t>
            </a:r>
          </a:p>
        </p:txBody>
      </p:sp>
      <p:sp>
        <p:nvSpPr>
          <p:cNvPr id="8" name="Plassholder for tekst 3"/>
          <p:cNvSpPr>
            <a:spLocks noGrp="1"/>
          </p:cNvSpPr>
          <p:nvPr>
            <p:ph type="body" sz="quarter" idx="15" hasCustomPrompt="1"/>
          </p:nvPr>
        </p:nvSpPr>
        <p:spPr>
          <a:xfrm rot="16200000">
            <a:off x="9936001" y="4296802"/>
            <a:ext cx="4060641" cy="450008"/>
          </a:xfrm>
        </p:spPr>
        <p:txBody>
          <a:bodyPr rIns="180000" anchor="ctr" anchorCtr="0">
            <a:normAutofit/>
          </a:bodyPr>
          <a:lstStyle>
            <a:lvl1pPr marL="0" indent="0" algn="l">
              <a:buNone/>
              <a:defRPr sz="1000" b="0" i="0" baseline="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pPr lvl="0"/>
            <a:r>
              <a:rPr lang="nb-NO" dirty="0"/>
              <a:t>Foto: © Navn på fotograf og bildebyrå</a:t>
            </a:r>
          </a:p>
        </p:txBody>
      </p:sp>
      <p:sp>
        <p:nvSpPr>
          <p:cNvPr id="9" name="Plassholder for tekst 3"/>
          <p:cNvSpPr>
            <a:spLocks noGrp="1"/>
          </p:cNvSpPr>
          <p:nvPr>
            <p:ph type="body" sz="quarter" idx="16" hasCustomPrompt="1"/>
          </p:nvPr>
        </p:nvSpPr>
        <p:spPr>
          <a:xfrm>
            <a:off x="2963426" y="5911117"/>
            <a:ext cx="3456000" cy="244606"/>
          </a:xfrm>
        </p:spPr>
        <p:txBody>
          <a:bodyPr rIns="0">
            <a:normAutofit/>
          </a:bodyPr>
          <a:lstStyle>
            <a:lvl1pPr marL="0" indent="0" algn="r">
              <a:buNone/>
              <a:defRPr sz="1000" b="0" i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nb-NO" dirty="0"/>
              <a:t>Foto- / kildekreditering</a:t>
            </a:r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511EE1B6-8291-5A6E-A4A0-9D9359BE15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6" y="227477"/>
            <a:ext cx="5940000" cy="1325563"/>
          </a:xfrm>
          <a:prstGeom prst="rect">
            <a:avLst/>
          </a:prstGeom>
        </p:spPr>
        <p:txBody>
          <a:bodyPr/>
          <a:lstStyle>
            <a:lvl1pPr algn="l">
              <a:defRPr b="0" i="0" baseline="0"/>
            </a:lvl1pPr>
          </a:lstStyle>
          <a:p>
            <a:r>
              <a:rPr lang="nb-NO" dirty="0"/>
              <a:t>Klikk for skrive tittel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4664A28F-3422-3F96-700A-BFA10A0382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427" y="1700213"/>
            <a:ext cx="5940000" cy="420063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</a:lstStyle>
          <a:p>
            <a:pPr lvl="0"/>
            <a:r>
              <a:rPr lang="nb-NO" dirty="0"/>
              <a:t>Klikk for å redigere tekststiler i malen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</p:txBody>
      </p:sp>
    </p:spTree>
    <p:extLst>
      <p:ext uri="{BB962C8B-B14F-4D97-AF65-F5344CB8AC3E}">
        <p14:creationId xmlns:p14="http://schemas.microsoft.com/office/powerpoint/2010/main" val="4027447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NHOLD og BILDE mørk bakgrun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ssholder for dato 3"/>
          <p:cNvSpPr>
            <a:spLocks noGrp="1"/>
          </p:cNvSpPr>
          <p:nvPr>
            <p:ph type="dt" sz="half" idx="11"/>
          </p:nvPr>
        </p:nvSpPr>
        <p:spPr>
          <a:xfrm>
            <a:off x="9846342" y="6317146"/>
            <a:ext cx="1620000" cy="360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E6A8A4-7DFE-4265-A355-A1D7289FC2D9}" type="datetime1">
              <a:rPr kumimoji="0" lang="nb-NO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02.07.2026</a:t>
            </a:fld>
            <a:endParaRPr kumimoji="0" lang="nb-NO" sz="10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Plassholder for lysbil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E3B291-050D-4A82-B0A1-DB349FC61753}" type="slidenum">
              <a:rPr kumimoji="0" lang="nb-NO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nb-NO" sz="10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ittel 1"/>
          <p:cNvSpPr>
            <a:spLocks noGrp="1"/>
          </p:cNvSpPr>
          <p:nvPr>
            <p:ph type="title" hasCustomPrompt="1"/>
          </p:nvPr>
        </p:nvSpPr>
        <p:spPr>
          <a:xfrm>
            <a:off x="479428" y="227477"/>
            <a:ext cx="5940000" cy="1325563"/>
          </a:xfrm>
          <a:prstGeom prst="rect">
            <a:avLst/>
          </a:prstGeom>
        </p:spPr>
        <p:txBody>
          <a:bodyPr/>
          <a:lstStyle>
            <a:lvl1pPr algn="l">
              <a:defRPr b="0" i="0" baseline="0"/>
            </a:lvl1pPr>
          </a:lstStyle>
          <a:p>
            <a:r>
              <a:rPr lang="nb-NO" dirty="0"/>
              <a:t>Klikk for skrive tittel</a:t>
            </a:r>
          </a:p>
        </p:txBody>
      </p:sp>
      <p:sp>
        <p:nvSpPr>
          <p:cNvPr id="15" name="Plassholder for innhold 2"/>
          <p:cNvSpPr>
            <a:spLocks noGrp="1"/>
          </p:cNvSpPr>
          <p:nvPr>
            <p:ph idx="1"/>
          </p:nvPr>
        </p:nvSpPr>
        <p:spPr>
          <a:xfrm>
            <a:off x="479428" y="1700213"/>
            <a:ext cx="5940000" cy="420063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nb-NO" dirty="0"/>
              <a:t>Klikk for å redigere tekststiler i malen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</p:txBody>
      </p:sp>
      <p:sp>
        <p:nvSpPr>
          <p:cNvPr id="8" name="Plassholder for tekst 3"/>
          <p:cNvSpPr>
            <a:spLocks noGrp="1"/>
          </p:cNvSpPr>
          <p:nvPr>
            <p:ph type="body" sz="quarter" idx="15" hasCustomPrompt="1"/>
          </p:nvPr>
        </p:nvSpPr>
        <p:spPr>
          <a:xfrm rot="16200000">
            <a:off x="9936676" y="4140000"/>
            <a:ext cx="4060641" cy="450008"/>
          </a:xfrm>
        </p:spPr>
        <p:txBody>
          <a:bodyPr rIns="180000" anchor="ctr" anchorCtr="0">
            <a:normAutofit/>
          </a:bodyPr>
          <a:lstStyle>
            <a:lvl1pPr marL="0" indent="0" algn="l">
              <a:buNone/>
              <a:defRPr sz="1000" b="0" i="0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 lvl="0"/>
            <a:r>
              <a:rPr lang="nb-NO" dirty="0"/>
              <a:t>Foto: © Navn på fotograf og bildebyrå</a:t>
            </a:r>
          </a:p>
        </p:txBody>
      </p:sp>
      <p:sp>
        <p:nvSpPr>
          <p:cNvPr id="9" name="Plassholder for tekst 3"/>
          <p:cNvSpPr>
            <a:spLocks noGrp="1"/>
          </p:cNvSpPr>
          <p:nvPr>
            <p:ph type="body" sz="quarter" idx="16" hasCustomPrompt="1"/>
          </p:nvPr>
        </p:nvSpPr>
        <p:spPr>
          <a:xfrm>
            <a:off x="2963428" y="5925713"/>
            <a:ext cx="3456000" cy="244606"/>
          </a:xfrm>
        </p:spPr>
        <p:txBody>
          <a:bodyPr rIns="0">
            <a:normAutofit/>
          </a:bodyPr>
          <a:lstStyle>
            <a:lvl1pPr marL="0" indent="0" algn="r">
              <a:buNone/>
              <a:defRPr sz="1000" b="0" i="0" baseline="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lvl="0"/>
            <a:r>
              <a:rPr lang="nb-NO" dirty="0"/>
              <a:t>Foto- / kildekreditering</a:t>
            </a:r>
          </a:p>
        </p:txBody>
      </p:sp>
      <p:sp>
        <p:nvSpPr>
          <p:cNvPr id="6" name="Plassholder for bilde 9">
            <a:extLst>
              <a:ext uri="{FF2B5EF4-FFF2-40B4-BE49-F238E27FC236}">
                <a16:creationId xmlns:a16="http://schemas.microsoft.com/office/drawing/2014/main" id="{97F1DD37-C1F4-C372-1E46-F1EBB49DD1C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18858" y="305872"/>
            <a:ext cx="5297508" cy="6246255"/>
          </a:xfrm>
          <a:prstGeom prst="rect">
            <a:avLst/>
          </a:prstGeom>
          <a:solidFill>
            <a:schemeClr val="tx2"/>
          </a:solidFill>
        </p:spPr>
        <p:txBody>
          <a:bodyPr tIns="3708000" anchor="t" anchorCtr="1">
            <a:normAutofit/>
          </a:bodyPr>
          <a:lstStyle>
            <a:lvl1pPr marL="0" indent="0" algn="ctr">
              <a:buNone/>
              <a:defRPr sz="1400" b="0" i="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nb-NO" dirty="0"/>
              <a:t>Sett inn bilde</a:t>
            </a:r>
          </a:p>
        </p:txBody>
      </p:sp>
      <p:pic>
        <p:nvPicPr>
          <p:cNvPr id="3" name="Bilde 3">
            <a:extLst>
              <a:ext uri="{FF2B5EF4-FFF2-40B4-BE49-F238E27FC236}">
                <a16:creationId xmlns:a16="http://schemas.microsoft.com/office/drawing/2014/main" id="{FE661AE7-92AA-69B8-F066-2A0825A8C9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60000" y="6282000"/>
            <a:ext cx="2119819" cy="4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4056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HOLD og IK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AE7FCDD-2734-A6D5-1488-39E447384DFE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O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1"/>
          </p:nvPr>
        </p:nvSpPr>
        <p:spPr>
          <a:xfrm>
            <a:off x="9846342" y="6317146"/>
            <a:ext cx="1620000" cy="360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FCF607-3064-4153-ADD7-8336B3508AE7}" type="datetime1">
              <a:rPr kumimoji="0" lang="nb-NO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02.07.2026</a:t>
            </a:fld>
            <a:endParaRPr kumimoji="0" lang="nb-NO" sz="10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Plassholder for lysbil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E3B291-050D-4A82-B0A1-DB349FC61753}" type="slidenum">
              <a:rPr kumimoji="0" lang="nb-NO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nb-NO" sz="10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ittel 1"/>
          <p:cNvSpPr>
            <a:spLocks noGrp="1"/>
          </p:cNvSpPr>
          <p:nvPr>
            <p:ph type="title" hasCustomPrompt="1"/>
          </p:nvPr>
        </p:nvSpPr>
        <p:spPr>
          <a:xfrm>
            <a:off x="479427" y="227477"/>
            <a:ext cx="5166630" cy="1325563"/>
          </a:xfrm>
          <a:prstGeom prst="rect">
            <a:avLst/>
          </a:prstGeom>
        </p:spPr>
        <p:txBody>
          <a:bodyPr/>
          <a:lstStyle>
            <a:lvl1pPr algn="l">
              <a:defRPr b="0" i="0" baseline="0"/>
            </a:lvl1pPr>
          </a:lstStyle>
          <a:p>
            <a:r>
              <a:rPr lang="nb-NO" dirty="0"/>
              <a:t>Klikk for skrive tittel</a:t>
            </a:r>
          </a:p>
        </p:txBody>
      </p:sp>
      <p:sp>
        <p:nvSpPr>
          <p:cNvPr id="15" name="Plassholder for innhold 2"/>
          <p:cNvSpPr>
            <a:spLocks noGrp="1"/>
          </p:cNvSpPr>
          <p:nvPr>
            <p:ph idx="1"/>
          </p:nvPr>
        </p:nvSpPr>
        <p:spPr>
          <a:xfrm>
            <a:off x="479427" y="1700213"/>
            <a:ext cx="5166630" cy="420063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</a:lstStyle>
          <a:p>
            <a:pPr lvl="0"/>
            <a:r>
              <a:rPr lang="nb-NO" dirty="0"/>
              <a:t>Klikk for å redigere tekststiler i malen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</p:txBody>
      </p:sp>
      <p:sp>
        <p:nvSpPr>
          <p:cNvPr id="3" name="Picture Placeholder 20">
            <a:extLst>
              <a:ext uri="{FF2B5EF4-FFF2-40B4-BE49-F238E27FC236}">
                <a16:creationId xmlns:a16="http://schemas.microsoft.com/office/drawing/2014/main" id="{0B7D1F1C-3933-AB40-45B0-1C7ECDDFAF8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815459" y="2126739"/>
            <a:ext cx="2657081" cy="2604521"/>
          </a:xfrm>
        </p:spPr>
        <p:txBody>
          <a:bodyPr lIns="0" tIns="0" rIns="0" bIns="0">
            <a:noAutofit/>
          </a:bodyPr>
          <a:lstStyle>
            <a:lvl1pPr>
              <a:defRPr sz="1600" b="0" i="0">
                <a:solidFill>
                  <a:schemeClr val="bg1"/>
                </a:solidFill>
              </a:defRPr>
            </a:lvl1pPr>
          </a:lstStyle>
          <a:p>
            <a:r>
              <a:rPr lang="en-NO" dirty="0"/>
              <a:t>Klikk for å legge til ikon</a:t>
            </a:r>
          </a:p>
        </p:txBody>
      </p:sp>
    </p:spTree>
    <p:extLst>
      <p:ext uri="{BB962C8B-B14F-4D97-AF65-F5344CB8AC3E}">
        <p14:creationId xmlns:p14="http://schemas.microsoft.com/office/powerpoint/2010/main" val="1741030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HOLD og ORANGE BØL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AE7FCDD-2734-A6D5-1488-39E447384DFE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O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Tittel 1"/>
          <p:cNvSpPr>
            <a:spLocks noGrp="1"/>
          </p:cNvSpPr>
          <p:nvPr>
            <p:ph type="title" hasCustomPrompt="1"/>
          </p:nvPr>
        </p:nvSpPr>
        <p:spPr>
          <a:xfrm>
            <a:off x="479427" y="227477"/>
            <a:ext cx="5400000" cy="1325563"/>
          </a:xfrm>
          <a:prstGeom prst="rect">
            <a:avLst/>
          </a:prstGeom>
        </p:spPr>
        <p:txBody>
          <a:bodyPr/>
          <a:lstStyle>
            <a:lvl1pPr algn="l">
              <a:defRPr b="0" i="0" baseline="0"/>
            </a:lvl1pPr>
          </a:lstStyle>
          <a:p>
            <a:r>
              <a:rPr lang="nb-NO" dirty="0"/>
              <a:t>Klikk for å legge inn tittel</a:t>
            </a:r>
          </a:p>
        </p:txBody>
      </p:sp>
      <p:sp>
        <p:nvSpPr>
          <p:cNvPr id="15" name="Plassholder for innhold 2"/>
          <p:cNvSpPr>
            <a:spLocks noGrp="1"/>
          </p:cNvSpPr>
          <p:nvPr>
            <p:ph idx="1"/>
          </p:nvPr>
        </p:nvSpPr>
        <p:spPr>
          <a:xfrm>
            <a:off x="479427" y="1700213"/>
            <a:ext cx="5400000" cy="420063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</a:lstStyle>
          <a:p>
            <a:pPr lvl="0"/>
            <a:r>
              <a:rPr lang="nb-NO" dirty="0"/>
              <a:t>Klikk for å redigere tekststiler i malen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14255EE6-8F16-F135-5B34-5961A70EFE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1111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390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HOLD og TURKIS BØL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AE7FCDD-2734-A6D5-1488-39E447384DFE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O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Tittel 1"/>
          <p:cNvSpPr>
            <a:spLocks noGrp="1"/>
          </p:cNvSpPr>
          <p:nvPr>
            <p:ph type="title" hasCustomPrompt="1"/>
          </p:nvPr>
        </p:nvSpPr>
        <p:spPr>
          <a:xfrm>
            <a:off x="479427" y="227477"/>
            <a:ext cx="5400000" cy="1325563"/>
          </a:xfrm>
          <a:prstGeom prst="rect">
            <a:avLst/>
          </a:prstGeom>
        </p:spPr>
        <p:txBody>
          <a:bodyPr/>
          <a:lstStyle>
            <a:lvl1pPr algn="l">
              <a:defRPr b="0" i="0" baseline="0"/>
            </a:lvl1pPr>
          </a:lstStyle>
          <a:p>
            <a:r>
              <a:rPr lang="nb-NO" dirty="0"/>
              <a:t>Klikk for å legge inn tittel</a:t>
            </a:r>
          </a:p>
        </p:txBody>
      </p:sp>
      <p:sp>
        <p:nvSpPr>
          <p:cNvPr id="15" name="Plassholder for innhold 2"/>
          <p:cNvSpPr>
            <a:spLocks noGrp="1"/>
          </p:cNvSpPr>
          <p:nvPr>
            <p:ph idx="1"/>
          </p:nvPr>
        </p:nvSpPr>
        <p:spPr>
          <a:xfrm>
            <a:off x="479427" y="1700213"/>
            <a:ext cx="5400000" cy="420063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</a:lstStyle>
          <a:p>
            <a:pPr lvl="0"/>
            <a:r>
              <a:rPr lang="nb-NO" dirty="0"/>
              <a:t>Klikk for å redigere tekststiler i malen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C21D8AB-215F-6391-7EF6-3FDE8B31EF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1111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577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HOLD og GRØNN BØL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AE7FCDD-2734-A6D5-1488-39E447384DFE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O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Tittel 1"/>
          <p:cNvSpPr>
            <a:spLocks noGrp="1"/>
          </p:cNvSpPr>
          <p:nvPr>
            <p:ph type="title" hasCustomPrompt="1"/>
          </p:nvPr>
        </p:nvSpPr>
        <p:spPr>
          <a:xfrm>
            <a:off x="479427" y="227477"/>
            <a:ext cx="5400000" cy="1325563"/>
          </a:xfrm>
          <a:prstGeom prst="rect">
            <a:avLst/>
          </a:prstGeom>
        </p:spPr>
        <p:txBody>
          <a:bodyPr/>
          <a:lstStyle>
            <a:lvl1pPr algn="l">
              <a:defRPr b="0" i="0" baseline="0"/>
            </a:lvl1pPr>
          </a:lstStyle>
          <a:p>
            <a:r>
              <a:rPr lang="nb-NO" dirty="0"/>
              <a:t>Klikk for å legge inn tittel</a:t>
            </a:r>
          </a:p>
        </p:txBody>
      </p:sp>
      <p:sp>
        <p:nvSpPr>
          <p:cNvPr id="15" name="Plassholder for innhold 2"/>
          <p:cNvSpPr>
            <a:spLocks noGrp="1"/>
          </p:cNvSpPr>
          <p:nvPr>
            <p:ph idx="1"/>
          </p:nvPr>
        </p:nvSpPr>
        <p:spPr>
          <a:xfrm>
            <a:off x="479427" y="1700213"/>
            <a:ext cx="5400000" cy="420063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</a:lstStyle>
          <a:p>
            <a:pPr lvl="0"/>
            <a:r>
              <a:rPr lang="nb-NO" dirty="0"/>
              <a:t>Klikk for å redigere tekststiler i malen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A6D0641-806D-1BA1-89F7-6C2DFBC336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1111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702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TAT lys bakgrun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ssholder for bunntekst 2"/>
          <p:cNvSpPr>
            <a:spLocks noGrp="1"/>
          </p:cNvSpPr>
          <p:nvPr>
            <p:ph type="ftr" sz="quarter" idx="10"/>
          </p:nvPr>
        </p:nvSpPr>
        <p:spPr>
          <a:xfrm>
            <a:off x="2808000" y="6317146"/>
            <a:ext cx="7020000" cy="360000"/>
          </a:xfrm>
        </p:spPr>
        <p:txBody>
          <a:bodyPr/>
          <a:lstStyle>
            <a:lvl1pPr>
              <a:defRPr b="0" i="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1"/>
          </p:nvPr>
        </p:nvSpPr>
        <p:spPr>
          <a:xfrm>
            <a:off x="9846342" y="6317146"/>
            <a:ext cx="1620000" cy="360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BDB3AD2-ACE6-4B0E-80F8-9463EC87B5A0}" type="datetime1">
              <a:rPr kumimoji="0" lang="nb-NO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02.07.2026</a:t>
            </a:fld>
            <a:endParaRPr kumimoji="0" lang="nb-NO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Plassholder for lysbil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E3B291-050D-4A82-B0A1-DB349FC61753}" type="slidenum">
              <a:rPr kumimoji="0" lang="nb-NO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nb-NO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tel 1"/>
          <p:cNvSpPr>
            <a:spLocks noGrp="1"/>
          </p:cNvSpPr>
          <p:nvPr>
            <p:ph type="ctrTitle" hasCustomPrompt="1"/>
          </p:nvPr>
        </p:nvSpPr>
        <p:spPr>
          <a:xfrm>
            <a:off x="1841810" y="914400"/>
            <a:ext cx="8508380" cy="3801437"/>
          </a:xfrm>
        </p:spPr>
        <p:txBody>
          <a:bodyPr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>
                <a:solidFill>
                  <a:schemeClr val="tx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5400" dirty="0"/>
              <a:t>«</a:t>
            </a:r>
            <a:r>
              <a:rPr lang="nb-NO" dirty="0"/>
              <a:t>Klikk for sette </a:t>
            </a:r>
            <a:br>
              <a:rPr lang="nb-NO" dirty="0"/>
            </a:br>
            <a:r>
              <a:rPr lang="nb-NO" dirty="0"/>
              <a:t>inn et sitat. Husk anførselstegn!</a:t>
            </a:r>
            <a:r>
              <a:rPr lang="nb-NO" sz="5400" dirty="0"/>
              <a:t>»</a:t>
            </a:r>
            <a:endParaRPr lang="nb-NO" dirty="0"/>
          </a:p>
        </p:txBody>
      </p:sp>
      <p:sp>
        <p:nvSpPr>
          <p:cNvPr id="7" name="Plassholder for tekst 7"/>
          <p:cNvSpPr>
            <a:spLocks noGrp="1"/>
          </p:cNvSpPr>
          <p:nvPr>
            <p:ph type="body" sz="quarter" idx="13" hasCustomPrompt="1"/>
          </p:nvPr>
        </p:nvSpPr>
        <p:spPr>
          <a:xfrm>
            <a:off x="1841810" y="4972442"/>
            <a:ext cx="8507412" cy="441325"/>
          </a:xfrm>
        </p:spPr>
        <p:txBody>
          <a:bodyPr>
            <a:normAutofit/>
          </a:bodyPr>
          <a:lstStyle>
            <a:lvl1pPr marL="0" indent="0" algn="ctr">
              <a:buNone/>
              <a:defRPr sz="1800" b="0" i="0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 dirty="0"/>
              <a:t>Navn </a:t>
            </a:r>
            <a:r>
              <a:rPr lang="nb-NO" dirty="0" err="1"/>
              <a:t>Navnesen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300523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ITAT mørk bakgrun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ctrTitle" hasCustomPrompt="1"/>
          </p:nvPr>
        </p:nvSpPr>
        <p:spPr>
          <a:xfrm>
            <a:off x="1841810" y="914400"/>
            <a:ext cx="8508380" cy="3801437"/>
          </a:xfrm>
        </p:spPr>
        <p:txBody>
          <a:bodyPr anchor="ctr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>
                <a:solidFill>
                  <a:schemeClr val="tx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b-NO" sz="5400" dirty="0"/>
              <a:t>«</a:t>
            </a:r>
            <a:r>
              <a:rPr lang="nb-NO" dirty="0"/>
              <a:t>Klikk for sette </a:t>
            </a:r>
            <a:br>
              <a:rPr lang="nb-NO" dirty="0"/>
            </a:br>
            <a:r>
              <a:rPr lang="nb-NO" dirty="0"/>
              <a:t>inn et sitat. Husk anførselstegn!</a:t>
            </a:r>
            <a:r>
              <a:rPr lang="nb-NO" sz="5400" dirty="0"/>
              <a:t>»</a:t>
            </a:r>
            <a:endParaRPr lang="nb-NO" dirty="0"/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0"/>
          </p:nvPr>
        </p:nvSpPr>
        <p:spPr>
          <a:xfrm>
            <a:off x="9846000" y="6318000"/>
            <a:ext cx="1620000" cy="360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F721D3A-C779-4B9D-8BDD-32446BA0872E}" type="datetime1">
              <a:rPr kumimoji="0" lang="nb-NO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02.07.2026</a:t>
            </a:fld>
            <a:endParaRPr kumimoji="0" lang="nb-NO" sz="10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11"/>
          </p:nvPr>
        </p:nvSpPr>
        <p:spPr>
          <a:xfrm>
            <a:off x="2808000" y="6318000"/>
            <a:ext cx="7020000" cy="360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0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2"/>
          </p:nvPr>
        </p:nvSpPr>
        <p:spPr>
          <a:xfrm>
            <a:off x="11556000" y="6318000"/>
            <a:ext cx="450000" cy="360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E3B291-050D-4A82-B0A1-DB349FC61753}" type="slidenum">
              <a:rPr kumimoji="0" lang="nb-NO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nb-NO" sz="10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Plassholder for tekst 7"/>
          <p:cNvSpPr>
            <a:spLocks noGrp="1"/>
          </p:cNvSpPr>
          <p:nvPr>
            <p:ph type="body" sz="quarter" idx="13" hasCustomPrompt="1"/>
          </p:nvPr>
        </p:nvSpPr>
        <p:spPr>
          <a:xfrm>
            <a:off x="1841810" y="4972442"/>
            <a:ext cx="8507412" cy="441325"/>
          </a:xfrm>
        </p:spPr>
        <p:txBody>
          <a:bodyPr>
            <a:normAutofit/>
          </a:bodyPr>
          <a:lstStyle>
            <a:lvl1pPr marL="0" indent="0" algn="ctr">
              <a:buNone/>
              <a:defRPr sz="1800" b="0" i="0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-NO" dirty="0"/>
              <a:t>Navn </a:t>
            </a:r>
            <a:r>
              <a:rPr lang="nb-NO" dirty="0" err="1"/>
              <a:t>Navnesen</a:t>
            </a:r>
            <a:endParaRPr lang="nb-NO" dirty="0"/>
          </a:p>
        </p:txBody>
      </p:sp>
      <p:pic>
        <p:nvPicPr>
          <p:cNvPr id="7" name="Bilde 3">
            <a:extLst>
              <a:ext uri="{FF2B5EF4-FFF2-40B4-BE49-F238E27FC236}">
                <a16:creationId xmlns:a16="http://schemas.microsoft.com/office/drawing/2014/main" id="{C5CE6D62-11F0-87EC-CAB2-3454E74363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60000" y="6282000"/>
            <a:ext cx="2119819" cy="4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2036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250" advClick="0">
        <p:fade/>
      </p:transition>
    </mc:Choice>
    <mc:Fallback xmlns="">
      <p:transition spd="slow" advClick="0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 SIDE lys bakgrun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nb-NO" dirty="0"/>
              <a:t>Klikk for å redigere tittelstil</a:t>
            </a:r>
          </a:p>
        </p:txBody>
      </p:sp>
      <p:sp>
        <p:nvSpPr>
          <p:cNvPr id="3" name="Plassholder for bunntekst 2"/>
          <p:cNvSpPr>
            <a:spLocks noGrp="1"/>
          </p:cNvSpPr>
          <p:nvPr>
            <p:ph type="ftr" sz="quarter" idx="10"/>
          </p:nvPr>
        </p:nvSpPr>
        <p:spPr>
          <a:xfrm>
            <a:off x="2808000" y="6317146"/>
            <a:ext cx="7020000" cy="360000"/>
          </a:xfrm>
        </p:spPr>
        <p:txBody>
          <a:bodyPr/>
          <a:lstStyle>
            <a:lvl1pPr>
              <a:defRPr b="0" i="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1"/>
          </p:nvPr>
        </p:nvSpPr>
        <p:spPr>
          <a:xfrm>
            <a:off x="9846342" y="6317146"/>
            <a:ext cx="1620000" cy="360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C45ECE8-52B1-4346-938E-8F7D5660E5CF}" type="datetime1">
              <a:rPr kumimoji="0" lang="nb-NO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02.07.2026</a:t>
            </a:fld>
            <a:endParaRPr kumimoji="0" lang="nb-NO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Plassholder for lysbil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E3B291-050D-4A82-B0A1-DB349FC61753}" type="slidenum">
              <a:rPr kumimoji="0" lang="nb-NO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nb-NO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7512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M SIDE mørk bakgrun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/>
            </a:lvl1pPr>
          </a:lstStyle>
          <a:p>
            <a:r>
              <a:rPr lang="nb-NO" dirty="0"/>
              <a:t>Klikk for å redigere tittelstil</a:t>
            </a:r>
          </a:p>
        </p:txBody>
      </p:sp>
      <p:sp>
        <p:nvSpPr>
          <p:cNvPr id="3" name="Plassholder for bunntekst 2"/>
          <p:cNvSpPr>
            <a:spLocks noGrp="1"/>
          </p:cNvSpPr>
          <p:nvPr>
            <p:ph type="ftr" sz="quarter" idx="10"/>
          </p:nvPr>
        </p:nvSpPr>
        <p:spPr>
          <a:xfrm>
            <a:off x="2808000" y="6317146"/>
            <a:ext cx="7020000" cy="360000"/>
          </a:xfrm>
        </p:spPr>
        <p:txBody>
          <a:bodyPr/>
          <a:lstStyle>
            <a:lvl1pPr>
              <a:defRPr b="0" i="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0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1"/>
          </p:nvPr>
        </p:nvSpPr>
        <p:spPr>
          <a:xfrm>
            <a:off x="9846342" y="6317146"/>
            <a:ext cx="1620000" cy="360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7C0523-E5DF-457D-9BA4-1C4E47B6D212}" type="datetime1">
              <a:rPr kumimoji="0" lang="nb-NO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02.07.2026</a:t>
            </a:fld>
            <a:endParaRPr kumimoji="0" lang="nb-NO" sz="10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Plassholder for lysbil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E3B291-050D-4A82-B0A1-DB349FC61753}" type="slidenum">
              <a:rPr kumimoji="0" lang="nb-NO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nb-NO" sz="10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Bilde 3">
            <a:extLst>
              <a:ext uri="{FF2B5EF4-FFF2-40B4-BE49-F238E27FC236}">
                <a16:creationId xmlns:a16="http://schemas.microsoft.com/office/drawing/2014/main" id="{A0DA9A15-0428-13D8-2E4F-CFDC6AE9BB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60000" y="6282000"/>
            <a:ext cx="2119819" cy="4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3621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LTITTEL med oransje bøl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ssholder for tekst 15"/>
          <p:cNvSpPr>
            <a:spLocks noGrp="1"/>
          </p:cNvSpPr>
          <p:nvPr>
            <p:ph type="body" sz="quarter" idx="11" hasCustomPrompt="1"/>
          </p:nvPr>
        </p:nvSpPr>
        <p:spPr>
          <a:xfrm>
            <a:off x="-24000" y="3429000"/>
            <a:ext cx="6120000" cy="1732839"/>
          </a:xfrm>
          <a:solidFill>
            <a:schemeClr val="tx2"/>
          </a:solidFill>
        </p:spPr>
        <p:txBody>
          <a:bodyPr lIns="792000" anchor="ctr">
            <a:norm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3600" b="0" i="0" baseline="0">
                <a:solidFill>
                  <a:schemeClr val="bg1"/>
                </a:solidFill>
                <a:latin typeface="Arial" panose="020B0604020202020204" pitchFamily="34" charset="0"/>
                <a:ea typeface="Open Sans SemiBold" panose="020B07060308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nb-NO" dirty="0"/>
              <a:t>Skriv inn deltittel her</a:t>
            </a:r>
          </a:p>
        </p:txBody>
      </p:sp>
      <p:pic>
        <p:nvPicPr>
          <p:cNvPr id="12" name="Bilde 11" descr="Et bilde som inneholder mørke, natt&#10;&#10;KI-generert innhold kan være feil.">
            <a:extLst>
              <a:ext uri="{FF2B5EF4-FFF2-40B4-BE49-F238E27FC236}">
                <a16:creationId xmlns:a16="http://schemas.microsoft.com/office/drawing/2014/main" id="{F8BAE333-58AD-0C08-3C32-D36CFC0FB6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897" y="-4651283"/>
            <a:ext cx="11509283" cy="11509283"/>
          </a:xfrm>
          <a:prstGeom prst="rect">
            <a:avLst/>
          </a:prstGeom>
        </p:spPr>
      </p:pic>
      <p:pic>
        <p:nvPicPr>
          <p:cNvPr id="2" name="Bilde 3">
            <a:extLst>
              <a:ext uri="{FF2B5EF4-FFF2-40B4-BE49-F238E27FC236}">
                <a16:creationId xmlns:a16="http://schemas.microsoft.com/office/drawing/2014/main" id="{B141EE1C-9A5E-1E61-FC7C-775193792B9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60000" y="6282000"/>
            <a:ext cx="2119819" cy="4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840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AUSE oransje bøl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ssholder for bunntekst 2"/>
          <p:cNvSpPr>
            <a:spLocks noGrp="1"/>
          </p:cNvSpPr>
          <p:nvPr>
            <p:ph type="ftr" sz="quarter" idx="10"/>
          </p:nvPr>
        </p:nvSpPr>
        <p:spPr>
          <a:xfrm>
            <a:off x="2808000" y="6317146"/>
            <a:ext cx="7020000" cy="360000"/>
          </a:xfrm>
        </p:spPr>
        <p:txBody>
          <a:bodyPr/>
          <a:lstStyle>
            <a:lvl1pPr>
              <a:defRPr b="0" i="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0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1"/>
          </p:nvPr>
        </p:nvSpPr>
        <p:spPr>
          <a:xfrm>
            <a:off x="9846342" y="6317146"/>
            <a:ext cx="1620000" cy="360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9103CA-404A-4A9B-9EFA-7D70B33306AB}" type="datetime1">
              <a:rPr kumimoji="0" lang="nb-NO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02.07.2026</a:t>
            </a:fld>
            <a:endParaRPr kumimoji="0" lang="nb-NO" sz="10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Plassholder for lysbil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E3B291-050D-4A82-B0A1-DB349FC61753}" type="slidenum">
              <a:rPr kumimoji="0" lang="nb-NO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nb-NO" sz="10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3BB0C78-E58E-434B-D062-FC42DF8FE0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49320" b="2"/>
          <a:stretch/>
        </p:blipFill>
        <p:spPr>
          <a:xfrm>
            <a:off x="130834" y="300942"/>
            <a:ext cx="11874694" cy="6017910"/>
          </a:xfrm>
          <a:prstGeom prst="rect">
            <a:avLst/>
          </a:prstGeom>
        </p:spPr>
      </p:pic>
      <p:pic>
        <p:nvPicPr>
          <p:cNvPr id="2" name="Bilde 3">
            <a:extLst>
              <a:ext uri="{FF2B5EF4-FFF2-40B4-BE49-F238E27FC236}">
                <a16:creationId xmlns:a16="http://schemas.microsoft.com/office/drawing/2014/main" id="{5A928D40-84B9-ED52-4D05-9CF4D8A5020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60000" y="6282000"/>
            <a:ext cx="2119819" cy="4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897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AUSE blå bøl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ssholder for bunntekst 2"/>
          <p:cNvSpPr>
            <a:spLocks noGrp="1"/>
          </p:cNvSpPr>
          <p:nvPr>
            <p:ph type="ftr" sz="quarter" idx="10"/>
          </p:nvPr>
        </p:nvSpPr>
        <p:spPr>
          <a:xfrm>
            <a:off x="2808000" y="6317146"/>
            <a:ext cx="7020000" cy="360000"/>
          </a:xfrm>
        </p:spPr>
        <p:txBody>
          <a:bodyPr/>
          <a:lstStyle>
            <a:lvl1pPr>
              <a:defRPr b="0" i="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0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11"/>
          </p:nvPr>
        </p:nvSpPr>
        <p:spPr>
          <a:xfrm>
            <a:off x="9846342" y="6317146"/>
            <a:ext cx="1620000" cy="360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185F45-4D97-47EF-B018-47CE5C2B1D89}" type="datetime1">
              <a:rPr kumimoji="0" lang="nb-NO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02.07.2026</a:t>
            </a:fld>
            <a:endParaRPr kumimoji="0" lang="nb-NO" sz="10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Plassholder for lysbil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E3B291-050D-4A82-B0A1-DB349FC61753}" type="slidenum">
              <a:rPr kumimoji="0" lang="nb-NO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nb-NO" sz="10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alpha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A356511-591D-ABFF-D972-89F483FF52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49294"/>
          <a:stretch/>
        </p:blipFill>
        <p:spPr>
          <a:xfrm>
            <a:off x="130834" y="299236"/>
            <a:ext cx="11868333" cy="6017910"/>
          </a:xfrm>
          <a:prstGeom prst="rect">
            <a:avLst/>
          </a:prstGeom>
        </p:spPr>
      </p:pic>
      <p:pic>
        <p:nvPicPr>
          <p:cNvPr id="2" name="Bilde 3">
            <a:extLst>
              <a:ext uri="{FF2B5EF4-FFF2-40B4-BE49-F238E27FC236}">
                <a16:creationId xmlns:a16="http://schemas.microsoft.com/office/drawing/2014/main" id="{9CF28E31-9583-0A7F-062C-3B10454762B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60000" y="6282000"/>
            <a:ext cx="2119819" cy="4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1171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NIMASJON - full bred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dia Placeholder 6">
            <a:extLst>
              <a:ext uri="{FF2B5EF4-FFF2-40B4-BE49-F238E27FC236}">
                <a16:creationId xmlns:a16="http://schemas.microsoft.com/office/drawing/2014/main" id="{710CF409-D5C2-9C0D-4DC7-660145E47FE7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0" y="0"/>
            <a:ext cx="12192000" cy="6858000"/>
          </a:xfrm>
        </p:spPr>
        <p:txBody>
          <a:bodyPr lIns="360000" tIns="936000" anchor="ctr" anchorCtr="0">
            <a:normAutofit/>
          </a:bodyPr>
          <a:lstStyle>
            <a:lvl1pPr marL="0" indent="0" algn="ctr">
              <a:buNone/>
              <a:defRPr sz="1200" b="0" i="0">
                <a:sym typeface="Wingdings" panose="05000000000000000000" pitchFamily="2" charset="2"/>
              </a:defRPr>
            </a:lvl1pPr>
          </a:lstStyle>
          <a:p>
            <a:r>
              <a:rPr lang="nb-NO" dirty="0"/>
              <a:t>Klikk på ikon for å legge til animasjon. Filer kan lastes ned fra EDs side på design.dep.no</a:t>
            </a:r>
            <a:endParaRPr lang="en-NO" dirty="0"/>
          </a:p>
        </p:txBody>
      </p:sp>
    </p:spTree>
    <p:extLst>
      <p:ext uri="{BB962C8B-B14F-4D97-AF65-F5344CB8AC3E}">
        <p14:creationId xmlns:p14="http://schemas.microsoft.com/office/powerpoint/2010/main" val="31269551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UTTSIDE lys bakgrunn">
    <p:bg>
      <p:bgPr>
        <a:solidFill>
          <a:schemeClr val="accent6">
            <a:lumMod val="20000"/>
            <a:lumOff val="80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k 4">
            <a:extLst>
              <a:ext uri="{FF2B5EF4-FFF2-40B4-BE49-F238E27FC236}">
                <a16:creationId xmlns:a16="http://schemas.microsoft.com/office/drawing/2014/main" id="{833FA00E-273E-581A-78DA-A39B79482C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46846" y="3011400"/>
            <a:ext cx="4098307" cy="83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9624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750" advClick="0" advTm="5000">
        <p:fade/>
      </p:transition>
    </mc:Choice>
    <mc:Fallback xmlns="">
      <p:transition spd="slow" advClick="0" advTm="5000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UTTSIDE mørk bakgrun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e 3">
            <a:extLst>
              <a:ext uri="{FF2B5EF4-FFF2-40B4-BE49-F238E27FC236}">
                <a16:creationId xmlns:a16="http://schemas.microsoft.com/office/drawing/2014/main" id="{60E07704-5D0C-9F09-835A-4D574EB085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046841" y="3011400"/>
            <a:ext cx="4098317" cy="83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186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 advTm="5000">
        <p:fade/>
      </p:transition>
    </mc:Choice>
    <mc:Fallback xmlns="">
      <p:transition spd="slow" advClick="0" advTm="5000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slideLayout" Target="../slideLayouts/slideLayout46.xml"/><Relationship Id="rId18" Type="http://schemas.openxmlformats.org/officeDocument/2006/relationships/slideLayout" Target="../slideLayouts/slideLayout51.xml"/><Relationship Id="rId26" Type="http://schemas.openxmlformats.org/officeDocument/2006/relationships/slideLayout" Target="../slideLayouts/slideLayout59.xml"/><Relationship Id="rId3" Type="http://schemas.openxmlformats.org/officeDocument/2006/relationships/slideLayout" Target="../slideLayouts/slideLayout36.xml"/><Relationship Id="rId21" Type="http://schemas.openxmlformats.org/officeDocument/2006/relationships/slideLayout" Target="../slideLayouts/slideLayout54.xml"/><Relationship Id="rId34" Type="http://schemas.openxmlformats.org/officeDocument/2006/relationships/theme" Target="../theme/theme2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17" Type="http://schemas.openxmlformats.org/officeDocument/2006/relationships/slideLayout" Target="../slideLayouts/slideLayout50.xml"/><Relationship Id="rId25" Type="http://schemas.openxmlformats.org/officeDocument/2006/relationships/slideLayout" Target="../slideLayouts/slideLayout58.xml"/><Relationship Id="rId33" Type="http://schemas.openxmlformats.org/officeDocument/2006/relationships/slideLayout" Target="../slideLayouts/slideLayout66.xml"/><Relationship Id="rId2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53.xml"/><Relationship Id="rId29" Type="http://schemas.openxmlformats.org/officeDocument/2006/relationships/slideLayout" Target="../slideLayouts/slideLayout62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24" Type="http://schemas.openxmlformats.org/officeDocument/2006/relationships/slideLayout" Target="../slideLayouts/slideLayout57.xml"/><Relationship Id="rId32" Type="http://schemas.openxmlformats.org/officeDocument/2006/relationships/slideLayout" Target="../slideLayouts/slideLayout65.xml"/><Relationship Id="rId5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48.xml"/><Relationship Id="rId23" Type="http://schemas.openxmlformats.org/officeDocument/2006/relationships/slideLayout" Target="../slideLayouts/slideLayout56.xml"/><Relationship Id="rId28" Type="http://schemas.openxmlformats.org/officeDocument/2006/relationships/slideLayout" Target="../slideLayouts/slideLayout61.xml"/><Relationship Id="rId36" Type="http://schemas.openxmlformats.org/officeDocument/2006/relationships/image" Target="../media/image21.svg"/><Relationship Id="rId10" Type="http://schemas.openxmlformats.org/officeDocument/2006/relationships/slideLayout" Target="../slideLayouts/slideLayout43.xml"/><Relationship Id="rId19" Type="http://schemas.openxmlformats.org/officeDocument/2006/relationships/slideLayout" Target="../slideLayouts/slideLayout52.xml"/><Relationship Id="rId31" Type="http://schemas.openxmlformats.org/officeDocument/2006/relationships/slideLayout" Target="../slideLayouts/slideLayout64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slideLayout" Target="../slideLayouts/slideLayout47.xml"/><Relationship Id="rId22" Type="http://schemas.openxmlformats.org/officeDocument/2006/relationships/slideLayout" Target="../slideLayouts/slideLayout55.xml"/><Relationship Id="rId27" Type="http://schemas.openxmlformats.org/officeDocument/2006/relationships/slideLayout" Target="../slideLayouts/slideLayout60.xml"/><Relationship Id="rId30" Type="http://schemas.openxmlformats.org/officeDocument/2006/relationships/slideLayout" Target="../slideLayouts/slideLayout63.xml"/><Relationship Id="rId35" Type="http://schemas.openxmlformats.org/officeDocument/2006/relationships/image" Target="../media/image20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900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 dirty="0"/>
              <a:t>Klikk for å skrive tittel</a:t>
            </a:r>
          </a:p>
        </p:txBody>
      </p:sp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9000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 dirty="0"/>
              <a:t>Rediger tekststiler i malen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  <a:p>
            <a:pPr lvl="3"/>
            <a:r>
              <a:rPr lang="nb-NO" dirty="0"/>
              <a:t>Fjerde nivå</a:t>
            </a:r>
          </a:p>
          <a:p>
            <a:pPr lvl="4"/>
            <a:r>
              <a:rPr lang="nb-NO" dirty="0"/>
              <a:t>Femte nivå</a:t>
            </a:r>
          </a:p>
        </p:txBody>
      </p:sp>
      <p:sp>
        <p:nvSpPr>
          <p:cNvPr id="14" name="Plassholder for bunntekst 4"/>
          <p:cNvSpPr>
            <a:spLocks noGrp="1"/>
          </p:cNvSpPr>
          <p:nvPr>
            <p:ph type="ftr" sz="quarter" idx="3"/>
          </p:nvPr>
        </p:nvSpPr>
        <p:spPr>
          <a:xfrm>
            <a:off x="2808000" y="6317146"/>
            <a:ext cx="6984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="0" i="0">
                <a:solidFill>
                  <a:schemeClr val="tx1">
                    <a:alpha val="50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1pPr>
          </a:lstStyle>
          <a:p>
            <a:endParaRPr lang="nb-NO" dirty="0"/>
          </a:p>
        </p:txBody>
      </p:sp>
      <p:sp>
        <p:nvSpPr>
          <p:cNvPr id="15" name="Plassholder for dato 3"/>
          <p:cNvSpPr>
            <a:spLocks noGrp="1"/>
          </p:cNvSpPr>
          <p:nvPr>
            <p:ph type="dt" sz="half" idx="2"/>
          </p:nvPr>
        </p:nvSpPr>
        <p:spPr>
          <a:xfrm>
            <a:off x="9846342" y="6317146"/>
            <a:ext cx="162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>
                    <a:alpha val="50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1pPr>
          </a:lstStyle>
          <a:p>
            <a:fld id="{E52BD9B9-03E4-4B45-AE19-0958BB124540}" type="datetime1">
              <a:rPr lang="nb-NO" smtClean="0"/>
              <a:t>02.07.2026</a:t>
            </a:fld>
            <a:endParaRPr lang="nb-NO" dirty="0"/>
          </a:p>
        </p:txBody>
      </p:sp>
      <p:sp>
        <p:nvSpPr>
          <p:cNvPr id="16" name="Plassholder for lysbildenummer 5"/>
          <p:cNvSpPr>
            <a:spLocks noGrp="1"/>
          </p:cNvSpPr>
          <p:nvPr>
            <p:ph type="sldNum" sz="quarter" idx="4"/>
          </p:nvPr>
        </p:nvSpPr>
        <p:spPr>
          <a:xfrm>
            <a:off x="11555518" y="6317146"/>
            <a:ext cx="45001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="0" i="0">
                <a:solidFill>
                  <a:schemeClr val="tx1">
                    <a:alpha val="50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1pPr>
          </a:lstStyle>
          <a:p>
            <a:fld id="{29E3B291-050D-4A82-B0A1-DB349FC61753}" type="slidenum">
              <a:rPr lang="nb-NO" smtClean="0"/>
              <a:pPr/>
              <a:t>‹#›</a:t>
            </a:fld>
            <a:endParaRPr lang="nb-NO" dirty="0"/>
          </a:p>
        </p:txBody>
      </p:sp>
      <p:pic>
        <p:nvPicPr>
          <p:cNvPr id="4" name="Bilde 3"/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/>
        </p:blipFill>
        <p:spPr>
          <a:xfrm>
            <a:off x="360000" y="6282000"/>
            <a:ext cx="1657674" cy="4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462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  <p:sldLayoutId id="2147483856" r:id="rId2"/>
    <p:sldLayoutId id="2147483858" r:id="rId3"/>
    <p:sldLayoutId id="2147483773" r:id="rId4"/>
    <p:sldLayoutId id="2147483785" r:id="rId5"/>
    <p:sldLayoutId id="2147483774" r:id="rId6"/>
    <p:sldLayoutId id="2147483786" r:id="rId7"/>
    <p:sldLayoutId id="2147483775" r:id="rId8"/>
    <p:sldLayoutId id="2147483787" r:id="rId9"/>
    <p:sldLayoutId id="2147483829" r:id="rId10"/>
    <p:sldLayoutId id="2147483851" r:id="rId11"/>
    <p:sldLayoutId id="2147483778" r:id="rId12"/>
    <p:sldLayoutId id="2147483790" r:id="rId13"/>
    <p:sldLayoutId id="2147483779" r:id="rId14"/>
    <p:sldLayoutId id="2147483791" r:id="rId15"/>
    <p:sldLayoutId id="2147483776" r:id="rId16"/>
    <p:sldLayoutId id="2147483788" r:id="rId17"/>
    <p:sldLayoutId id="2147483777" r:id="rId18"/>
    <p:sldLayoutId id="2147483789" r:id="rId19"/>
    <p:sldLayoutId id="2147483831" r:id="rId20"/>
    <p:sldLayoutId id="2147483832" r:id="rId21"/>
    <p:sldLayoutId id="2147483837" r:id="rId22"/>
    <p:sldLayoutId id="2147483839" r:id="rId23"/>
    <p:sldLayoutId id="2147483780" r:id="rId24"/>
    <p:sldLayoutId id="2147483792" r:id="rId25"/>
    <p:sldLayoutId id="2147483782" r:id="rId26"/>
    <p:sldLayoutId id="2147483846" r:id="rId27"/>
    <p:sldLayoutId id="2147483857" r:id="rId28"/>
    <p:sldLayoutId id="2147483843" r:id="rId29"/>
    <p:sldLayoutId id="2147483845" r:id="rId30"/>
    <p:sldLayoutId id="2147483844" r:id="rId31"/>
    <p:sldLayoutId id="2147483783" r:id="rId32"/>
    <p:sldLayoutId id="2147483795" r:id="rId3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0" i="0" kern="1200" baseline="0">
          <a:solidFill>
            <a:schemeClr val="tx1"/>
          </a:solidFill>
          <a:latin typeface="Arial" panose="020B0604020202020204" pitchFamily="34" charset="0"/>
          <a:ea typeface="Open Sans Semibold" panose="020B0706030804020204" pitchFamily="34" charset="0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rial" panose="020B0604020202020204" pitchFamily="34" charset="0"/>
          <a:ea typeface="Open Sans" panose="020B0606030504020204" pitchFamily="34" charset="0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Open Sans" panose="020B0606030504020204" pitchFamily="34" charset="0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rial" panose="020B0604020202020204" pitchFamily="34" charset="0"/>
          <a:ea typeface="Open Sans" panose="020B0606030504020204" pitchFamily="34" charset="0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Arial" panose="020B0604020202020204" pitchFamily="34" charset="0"/>
          <a:ea typeface="Open Sans" panose="020B0606030504020204" pitchFamily="34" charset="0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Open Sans" panose="020B0606030504020204" pitchFamily="34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k 5">
            <a:extLst>
              <a:ext uri="{FF2B5EF4-FFF2-40B4-BE49-F238E27FC236}">
                <a16:creationId xmlns:a16="http://schemas.microsoft.com/office/drawing/2014/main" id="{FEF2E39C-8232-117F-7388-1C82C7DA46C0}"/>
              </a:ext>
            </a:extLst>
          </p:cNvPr>
          <p:cNvPicPr>
            <a:picLocks noChangeAspect="1"/>
          </p:cNvPicPr>
          <p:nvPr userDrawn="1"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360000" y="6282000"/>
            <a:ext cx="2119814" cy="432000"/>
          </a:xfrm>
          <a:prstGeom prst="rect">
            <a:avLst/>
          </a:prstGeom>
        </p:spPr>
      </p:pic>
      <p:sp>
        <p:nvSpPr>
          <p:cNvPr id="2" name="Plassholder for tit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900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 dirty="0"/>
              <a:t>Klikk for å skrive tittel</a:t>
            </a:r>
          </a:p>
        </p:txBody>
      </p:sp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9000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 dirty="0"/>
              <a:t>Rediger tekststiler i malen</a:t>
            </a:r>
          </a:p>
          <a:p>
            <a:pPr lvl="1"/>
            <a:r>
              <a:rPr lang="nb-NO" dirty="0"/>
              <a:t>Andre nivå</a:t>
            </a:r>
          </a:p>
          <a:p>
            <a:pPr lvl="2"/>
            <a:r>
              <a:rPr lang="nb-NO" dirty="0"/>
              <a:t>Tredje nivå</a:t>
            </a:r>
          </a:p>
          <a:p>
            <a:pPr lvl="3"/>
            <a:r>
              <a:rPr lang="nb-NO" dirty="0"/>
              <a:t>Fjerde nivå</a:t>
            </a:r>
          </a:p>
          <a:p>
            <a:pPr lvl="4"/>
            <a:r>
              <a:rPr lang="nb-NO" dirty="0"/>
              <a:t>Femte nivå</a:t>
            </a:r>
          </a:p>
        </p:txBody>
      </p:sp>
      <p:sp>
        <p:nvSpPr>
          <p:cNvPr id="14" name="Plassholder for bunntekst 4"/>
          <p:cNvSpPr>
            <a:spLocks noGrp="1"/>
          </p:cNvSpPr>
          <p:nvPr>
            <p:ph type="ftr" sz="quarter" idx="3"/>
          </p:nvPr>
        </p:nvSpPr>
        <p:spPr>
          <a:xfrm>
            <a:off x="2808000" y="6317146"/>
            <a:ext cx="6984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="0" i="0">
                <a:solidFill>
                  <a:schemeClr val="tx1">
                    <a:alpha val="50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b-NO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Plassholder for dato 3"/>
          <p:cNvSpPr>
            <a:spLocks noGrp="1"/>
          </p:cNvSpPr>
          <p:nvPr>
            <p:ph type="dt" sz="half" idx="2"/>
          </p:nvPr>
        </p:nvSpPr>
        <p:spPr>
          <a:xfrm>
            <a:off x="9846342" y="6317146"/>
            <a:ext cx="1620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>
                    <a:alpha val="50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2BD9B9-03E4-4B45-AE19-0958BB124540}" type="datetime1">
              <a:rPr kumimoji="0" lang="nb-NO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02.07.2026</a:t>
            </a:fld>
            <a:endParaRPr kumimoji="0" lang="nb-NO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Plassholder for lysbildenummer 5"/>
          <p:cNvSpPr>
            <a:spLocks noGrp="1"/>
          </p:cNvSpPr>
          <p:nvPr>
            <p:ph type="sldNum" sz="quarter" idx="4"/>
          </p:nvPr>
        </p:nvSpPr>
        <p:spPr>
          <a:xfrm>
            <a:off x="11555518" y="6317146"/>
            <a:ext cx="45001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="0" i="0">
                <a:solidFill>
                  <a:schemeClr val="tx1">
                    <a:alpha val="50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E3B291-050D-4A82-B0A1-DB349FC61753}" type="slidenum">
              <a:rPr kumimoji="0" lang="nb-NO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nb-NO" sz="1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50000"/>
                </a:srgbClr>
              </a:solidFill>
              <a:effectLst/>
              <a:uLnTx/>
              <a:uFillTx/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4812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0" r:id="rId1"/>
    <p:sldLayoutId id="2147483861" r:id="rId2"/>
    <p:sldLayoutId id="2147483862" r:id="rId3"/>
    <p:sldLayoutId id="2147483863" r:id="rId4"/>
    <p:sldLayoutId id="2147483864" r:id="rId5"/>
    <p:sldLayoutId id="2147483865" r:id="rId6"/>
    <p:sldLayoutId id="2147483866" r:id="rId7"/>
    <p:sldLayoutId id="2147483867" r:id="rId8"/>
    <p:sldLayoutId id="2147483868" r:id="rId9"/>
    <p:sldLayoutId id="2147483869" r:id="rId10"/>
    <p:sldLayoutId id="2147483870" r:id="rId11"/>
    <p:sldLayoutId id="2147483871" r:id="rId12"/>
    <p:sldLayoutId id="2147483872" r:id="rId13"/>
    <p:sldLayoutId id="2147483873" r:id="rId14"/>
    <p:sldLayoutId id="2147483874" r:id="rId15"/>
    <p:sldLayoutId id="2147483875" r:id="rId16"/>
    <p:sldLayoutId id="2147483876" r:id="rId17"/>
    <p:sldLayoutId id="2147483877" r:id="rId18"/>
    <p:sldLayoutId id="2147483878" r:id="rId19"/>
    <p:sldLayoutId id="2147483879" r:id="rId20"/>
    <p:sldLayoutId id="2147483880" r:id="rId21"/>
    <p:sldLayoutId id="2147483881" r:id="rId22"/>
    <p:sldLayoutId id="2147483882" r:id="rId23"/>
    <p:sldLayoutId id="2147483883" r:id="rId24"/>
    <p:sldLayoutId id="2147483884" r:id="rId25"/>
    <p:sldLayoutId id="2147483885" r:id="rId26"/>
    <p:sldLayoutId id="2147483886" r:id="rId27"/>
    <p:sldLayoutId id="2147483887" r:id="rId28"/>
    <p:sldLayoutId id="2147483888" r:id="rId29"/>
    <p:sldLayoutId id="2147483889" r:id="rId30"/>
    <p:sldLayoutId id="2147483890" r:id="rId31"/>
    <p:sldLayoutId id="2147483891" r:id="rId32"/>
    <p:sldLayoutId id="2147483892" r:id="rId3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0" i="0" kern="1200" baseline="0">
          <a:solidFill>
            <a:schemeClr val="tx1"/>
          </a:solidFill>
          <a:latin typeface="Arial" panose="020B0604020202020204" pitchFamily="34" charset="0"/>
          <a:ea typeface="Open Sans Semibold" panose="020B0706030804020204" pitchFamily="34" charset="0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rial" panose="020B0604020202020204" pitchFamily="34" charset="0"/>
          <a:ea typeface="Open Sans" panose="020B0606030504020204" pitchFamily="34" charset="0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Open Sans" panose="020B0606030504020204" pitchFamily="34" charset="0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rial" panose="020B0604020202020204" pitchFamily="34" charset="0"/>
          <a:ea typeface="Open Sans" panose="020B0606030504020204" pitchFamily="34" charset="0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Arial" panose="020B0604020202020204" pitchFamily="34" charset="0"/>
          <a:ea typeface="Open Sans" panose="020B0606030504020204" pitchFamily="34" charset="0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Open Sans" panose="020B0606030504020204" pitchFamily="34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DA2B605-44DD-6319-0190-04DCC697DB0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nb-NO" dirty="0"/>
              <a:t>Statens petroleumsformue</a:t>
            </a:r>
            <a:endParaRPr lang="en-NO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53E24C-3CE5-8DF8-6503-9C7194C492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nb-NO" dirty="0"/>
              <a:t>Per Valvatne, ED</a:t>
            </a:r>
            <a:endParaRPr lang="en-NO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9A2287-0D03-51E4-188F-891C9690D6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nb-NO" dirty="0"/>
              <a:t>19. </a:t>
            </a:r>
            <a:r>
              <a:rPr lang="nb-NO"/>
              <a:t>Mars 2026</a:t>
            </a:r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347724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FB43B-998C-F4D0-1D9B-3AB363BCE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6989D2A-A8FD-FDD9-A494-5A86986A154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nb-NO" dirty="0"/>
              <a:t>Statens netto kontantstrøm fra petroleumsvirksomheten</a:t>
            </a:r>
            <a:endParaRPr lang="en-NO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43FE2-96C5-49B1-233A-16A701A8AE2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nb-NO" dirty="0"/>
              <a:t>Per Valvatne, ED</a:t>
            </a:r>
            <a:endParaRPr lang="en-NO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2311EB-0BB8-C1AD-F355-9B126C0ADAD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nb-NO" dirty="0"/>
              <a:t>19. </a:t>
            </a:r>
            <a:r>
              <a:rPr lang="nb-NO"/>
              <a:t>Mars 2026</a:t>
            </a:r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286169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E569A8A-9C33-61CE-A471-9FC5A637E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Agenda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3B71A64A-9A1C-A439-5858-FC1B00665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Overordnet om inntektene</a:t>
            </a:r>
          </a:p>
          <a:p>
            <a:r>
              <a:rPr lang="nb-NO" dirty="0"/>
              <a:t>Mer om estimatene for ressurser, produksjon og kostnader</a:t>
            </a:r>
          </a:p>
          <a:p>
            <a:r>
              <a:rPr lang="nb-NO" dirty="0"/>
              <a:t>Aktiviteten på sokkelen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B3C0FA9C-3BA2-0045-9C81-4CEFD8773E3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354963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FB46094-7F94-B54B-55FD-DCB1620A1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668" y="242542"/>
            <a:ext cx="12058996" cy="1325563"/>
          </a:xfrm>
        </p:spPr>
        <p:txBody>
          <a:bodyPr>
            <a:normAutofit/>
          </a:bodyPr>
          <a:lstStyle/>
          <a:p>
            <a:r>
              <a:rPr lang="nb-NO" sz="2800" dirty="0"/>
              <a:t>Statens netto kontantstrøm fra petroleumsvirksomheten</a:t>
            </a:r>
            <a:br>
              <a:rPr lang="nb-NO" sz="2800" dirty="0"/>
            </a:br>
            <a:r>
              <a:rPr lang="nb-NO" sz="2000" dirty="0"/>
              <a:t>1971 – 2024. Faste 2026-kr.</a:t>
            </a:r>
          </a:p>
        </p:txBody>
      </p:sp>
      <p:pic>
        <p:nvPicPr>
          <p:cNvPr id="6" name="Plassholder for innhold 5" descr="Et bilde som inneholder tekst, skjermbilde, Plottdiagram, line&#10;&#10;KI-generert innhold kan være feil.">
            <a:extLst>
              <a:ext uri="{FF2B5EF4-FFF2-40B4-BE49-F238E27FC236}">
                <a16:creationId xmlns:a16="http://schemas.microsoft.com/office/drawing/2014/main" id="{1068EEBD-D652-6C0F-6066-187A0F7399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668" y="1457801"/>
            <a:ext cx="10732200" cy="5345139"/>
          </a:xfrm>
        </p:spPr>
      </p:pic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659C7BE2-313E-21AE-F60D-442989102DE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604778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5B5210B3-104B-5941-4687-98BE662596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5280" y="988105"/>
            <a:ext cx="5910006" cy="4351338"/>
          </a:xfrm>
        </p:spPr>
        <p:txBody>
          <a:bodyPr/>
          <a:lstStyle/>
          <a:p>
            <a:pPr marL="0" indent="0">
              <a:buNone/>
            </a:pPr>
            <a:r>
              <a:rPr lang="nb-NO" sz="2000" b="1" dirty="0"/>
              <a:t>Priser</a:t>
            </a:r>
          </a:p>
          <a:p>
            <a:r>
              <a:rPr lang="nb-NO" sz="2000" dirty="0"/>
              <a:t>Olje: </a:t>
            </a:r>
          </a:p>
          <a:p>
            <a:pPr lvl="1"/>
            <a:r>
              <a:rPr lang="nb-NO" sz="1800" dirty="0"/>
              <a:t>Frem til 2035: Terminpriser/glatting</a:t>
            </a:r>
          </a:p>
          <a:p>
            <a:pPr lvl="1"/>
            <a:r>
              <a:rPr lang="nb-NO" sz="1800" dirty="0"/>
              <a:t>Fra 2035: 70 USD per fat (2026-kr) </a:t>
            </a:r>
          </a:p>
          <a:p>
            <a:r>
              <a:rPr lang="nb-NO" sz="2000" dirty="0"/>
              <a:t>Gass</a:t>
            </a:r>
          </a:p>
          <a:p>
            <a:pPr lvl="1"/>
            <a:r>
              <a:rPr lang="nb-NO" sz="1800" dirty="0"/>
              <a:t>Frem til 2030: Anslag fra ED</a:t>
            </a:r>
          </a:p>
          <a:p>
            <a:pPr lvl="1"/>
            <a:r>
              <a:rPr lang="nb-NO" sz="1800" dirty="0"/>
              <a:t>2030-2040: Gradvis ned fra 6,6 til 5,7 USD/</a:t>
            </a:r>
            <a:r>
              <a:rPr lang="nb-NO" sz="1800" dirty="0" err="1"/>
              <a:t>MMBtu</a:t>
            </a:r>
            <a:endParaRPr lang="nb-NO" sz="1800" dirty="0"/>
          </a:p>
          <a:p>
            <a:pPr lvl="1"/>
            <a:r>
              <a:rPr lang="nb-NO" sz="1800" dirty="0"/>
              <a:t>Fra 2040: 5,7 USD/</a:t>
            </a:r>
            <a:r>
              <a:rPr lang="nb-NO" sz="1800" dirty="0" err="1"/>
              <a:t>MMBtu</a:t>
            </a:r>
            <a:endParaRPr lang="nb-NO" sz="1800" dirty="0"/>
          </a:p>
          <a:p>
            <a:r>
              <a:rPr lang="nb-NO" sz="2000" dirty="0"/>
              <a:t>Langsiktig basert på IEA WEO APS</a:t>
            </a:r>
          </a:p>
          <a:p>
            <a:pPr marL="0" indent="0">
              <a:buNone/>
            </a:pPr>
            <a:r>
              <a:rPr lang="nb-NO" sz="2000" b="1" dirty="0"/>
              <a:t>Produksjon og kostnader</a:t>
            </a:r>
          </a:p>
          <a:p>
            <a:r>
              <a:rPr lang="nb-NO" sz="2000" dirty="0" err="1"/>
              <a:t>Sodir</a:t>
            </a:r>
            <a:r>
              <a:rPr lang="nb-NO" sz="2000" dirty="0"/>
              <a:t> </a:t>
            </a:r>
            <a:r>
              <a:rPr lang="nb-NO" sz="2000" dirty="0" err="1"/>
              <a:t>fremskrivning</a:t>
            </a:r>
            <a:endParaRPr lang="nb-NO" sz="2000" dirty="0"/>
          </a:p>
          <a:p>
            <a:pPr marL="0" indent="0">
              <a:buNone/>
            </a:pPr>
            <a:r>
              <a:rPr lang="nb-NO" sz="2000" b="1" dirty="0"/>
              <a:t>Fiskalt rammeverk </a:t>
            </a:r>
          </a:p>
          <a:p>
            <a:r>
              <a:rPr lang="nb-NO" sz="2000" dirty="0"/>
              <a:t>Litt forenklet: Uendret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7423ACDC-133A-8712-A46E-677DA582B7B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nb-NO"/>
          </a:p>
        </p:txBody>
      </p:sp>
      <p:pic>
        <p:nvPicPr>
          <p:cNvPr id="8" name="Bilde 7">
            <a:extLst>
              <a:ext uri="{FF2B5EF4-FFF2-40B4-BE49-F238E27FC236}">
                <a16:creationId xmlns:a16="http://schemas.microsoft.com/office/drawing/2014/main" id="{2F2EC5B1-22DD-4DC8-7D07-84574574F3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14260"/>
            <a:ext cx="5992061" cy="3429479"/>
          </a:xfrm>
          <a:prstGeom prst="rect">
            <a:avLst/>
          </a:prstGeom>
        </p:spPr>
      </p:pic>
      <p:sp>
        <p:nvSpPr>
          <p:cNvPr id="2" name="TekstSylinder 1">
            <a:extLst>
              <a:ext uri="{FF2B5EF4-FFF2-40B4-BE49-F238E27FC236}">
                <a16:creationId xmlns:a16="http://schemas.microsoft.com/office/drawing/2014/main" id="{7DE97E2D-3187-EAD3-3F93-AD4EEA76880D}"/>
              </a:ext>
            </a:extLst>
          </p:cNvPr>
          <p:cNvSpPr txBox="1"/>
          <p:nvPr/>
        </p:nvSpPr>
        <p:spPr>
          <a:xfrm>
            <a:off x="261257" y="391886"/>
            <a:ext cx="465364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2800" dirty="0"/>
              <a:t>Statens netto kontantstrøm fremover</a:t>
            </a:r>
          </a:p>
        </p:txBody>
      </p:sp>
      <p:sp>
        <p:nvSpPr>
          <p:cNvPr id="5" name="TekstSylinder 4">
            <a:extLst>
              <a:ext uri="{FF2B5EF4-FFF2-40B4-BE49-F238E27FC236}">
                <a16:creationId xmlns:a16="http://schemas.microsoft.com/office/drawing/2014/main" id="{59E9A085-B780-79CA-4F9D-F2C039CB4A71}"/>
              </a:ext>
            </a:extLst>
          </p:cNvPr>
          <p:cNvSpPr txBox="1"/>
          <p:nvPr/>
        </p:nvSpPr>
        <p:spPr>
          <a:xfrm>
            <a:off x="261257" y="5339443"/>
            <a:ext cx="48332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/>
              <a:t>I PM var NNV i 2025 av kontantstrømmen 2026-2060 med 4 pst rente: 4800 mrd.</a:t>
            </a:r>
          </a:p>
          <a:p>
            <a:r>
              <a:rPr lang="nb-NO" dirty="0"/>
              <a:t>(</a:t>
            </a:r>
            <a:r>
              <a:rPr lang="nb-NO" sz="1400" dirty="0"/>
              <a:t>Faste priser med statsbudsjettets </a:t>
            </a:r>
            <a:r>
              <a:rPr lang="nb-NO" sz="1400" dirty="0" err="1"/>
              <a:t>utgiftsdeflator</a:t>
            </a:r>
            <a:r>
              <a:rPr lang="nb-NO" sz="1400" dirty="0"/>
              <a:t>)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727503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99E8B11-1FCC-D7A0-1BF7-073C84BF9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9889671" cy="1325563"/>
          </a:xfrm>
        </p:spPr>
        <p:txBody>
          <a:bodyPr/>
          <a:lstStyle/>
          <a:p>
            <a:r>
              <a:rPr lang="nb-NO" dirty="0"/>
              <a:t>Produksjon og kostnader – metode og kilder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2DCA35DA-945F-C81F-32A7-F7AD5256B4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For reserver og prosjekter på felt og funn som er evaluert: Innrapportering fra operatørene, og justeringer fra Sokkeldirektoratet</a:t>
            </a:r>
          </a:p>
          <a:p>
            <a:pPr lvl="1"/>
            <a:r>
              <a:rPr lang="nb-NO" dirty="0"/>
              <a:t>Operatørinnmelding hver høst, med produksjonsprofiler og kostnader</a:t>
            </a:r>
          </a:p>
          <a:p>
            <a:r>
              <a:rPr lang="nb-NO" dirty="0"/>
              <a:t>For prosjekter som ikke er evaluert gjør </a:t>
            </a:r>
            <a:r>
              <a:rPr lang="nb-NO" dirty="0" err="1"/>
              <a:t>Sodir</a:t>
            </a:r>
            <a:r>
              <a:rPr lang="nb-NO" dirty="0"/>
              <a:t> flere av vurderingene selv.</a:t>
            </a:r>
          </a:p>
          <a:p>
            <a:r>
              <a:rPr lang="nb-NO" dirty="0"/>
              <a:t>For uoppdagede ressurser gjør </a:t>
            </a:r>
            <a:r>
              <a:rPr lang="nb-NO" dirty="0" err="1"/>
              <a:t>Sodir</a:t>
            </a:r>
            <a:r>
              <a:rPr lang="nb-NO" dirty="0"/>
              <a:t> vurderingene selv</a:t>
            </a:r>
          </a:p>
          <a:p>
            <a:pPr lvl="1"/>
            <a:r>
              <a:rPr lang="nb-NO" dirty="0"/>
              <a:t>Letemodellanalyse for estimering av ressursmengde</a:t>
            </a:r>
          </a:p>
          <a:p>
            <a:pPr lvl="1"/>
            <a:r>
              <a:rPr lang="nb-NO" dirty="0"/>
              <a:t>Antagelser og modellering av leteaktivitet, funn, utbyggingsløsninger, kostnadsutvikling mv.</a:t>
            </a:r>
          </a:p>
          <a:p>
            <a:pPr lvl="1"/>
            <a:r>
              <a:rPr lang="nb-NO" dirty="0"/>
              <a:t>Kun ressurser i åpnede områder i </a:t>
            </a:r>
            <a:r>
              <a:rPr lang="nb-NO" dirty="0" err="1"/>
              <a:t>produksjonsfremskrivningene</a:t>
            </a:r>
            <a:endParaRPr lang="nb-NO" dirty="0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2DD550BA-5991-EC65-74D6-F8FB300B329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157537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8682B49-CEE3-9492-08C7-F1088A09E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AD439559-C7A4-EF0A-6C2D-7DC271BE40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4C53F46C-AE42-B0C4-A412-9DDA032300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nb-NO"/>
          </a:p>
        </p:txBody>
      </p:sp>
      <p:pic>
        <p:nvPicPr>
          <p:cNvPr id="1026" name="Picture 2" descr="Petroleumsressurser og usikkerhet i estimatene per 31.12.2025">
            <a:extLst>
              <a:ext uri="{FF2B5EF4-FFF2-40B4-BE49-F238E27FC236}">
                <a16:creationId xmlns:a16="http://schemas.microsoft.com/office/drawing/2014/main" id="{75CE42F9-7F5B-8C23-7FF6-6076A4B871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21200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1368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6F8FC79-99D2-5B6E-461F-5AE4D0351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7D75A8C0-946C-7E3A-2B94-0F21876C65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14F4DDB2-F24D-42C3-B75A-DEF2979C39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nb-NO"/>
          </a:p>
        </p:txBody>
      </p:sp>
      <p:pic>
        <p:nvPicPr>
          <p:cNvPr id="6" name="Bilde 5">
            <a:extLst>
              <a:ext uri="{FF2B5EF4-FFF2-40B4-BE49-F238E27FC236}">
                <a16:creationId xmlns:a16="http://schemas.microsoft.com/office/drawing/2014/main" id="{33607B16-9158-EB45-F4FD-0A346A6F84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200" y="0"/>
            <a:ext cx="7754760" cy="6858000"/>
          </a:xfrm>
          <a:prstGeom prst="rect">
            <a:avLst/>
          </a:prstGeom>
        </p:spPr>
      </p:pic>
      <p:pic>
        <p:nvPicPr>
          <p:cNvPr id="8" name="Bilde 7">
            <a:extLst>
              <a:ext uri="{FF2B5EF4-FFF2-40B4-BE49-F238E27FC236}">
                <a16:creationId xmlns:a16="http://schemas.microsoft.com/office/drawing/2014/main" id="{87471F94-6A6C-0C1B-7423-41C7EF1643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1298" y="182562"/>
            <a:ext cx="4810702" cy="64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783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0DE7A73-A8B5-E8A9-255B-70F7A387E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191" y="365125"/>
            <a:ext cx="10585863" cy="779463"/>
          </a:xfrm>
        </p:spPr>
        <p:txBody>
          <a:bodyPr>
            <a:normAutofit fontScale="90000"/>
          </a:bodyPr>
          <a:lstStyle/>
          <a:p>
            <a:r>
              <a:rPr lang="nb-NO" dirty="0"/>
              <a:t>Produksjon av olje og gass, historisk og prognose til 2035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0390A24-FD41-4DCB-4286-6F644CD6B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4A275ED3-A8AE-DB57-4D75-F032D7617DC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nb-NO"/>
          </a:p>
        </p:txBody>
      </p:sp>
      <p:pic>
        <p:nvPicPr>
          <p:cNvPr id="6" name="Bilde 5">
            <a:extLst>
              <a:ext uri="{FF2B5EF4-FFF2-40B4-BE49-F238E27FC236}">
                <a16:creationId xmlns:a16="http://schemas.microsoft.com/office/drawing/2014/main" id="{1E5886D5-6991-3218-3904-DB4766B1C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00348"/>
            <a:ext cx="12214344" cy="5557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193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6DDD6D8-D342-A8A9-AB7E-5BB9BE1EF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867" y="345607"/>
            <a:ext cx="9000000" cy="670859"/>
          </a:xfrm>
        </p:spPr>
        <p:txBody>
          <a:bodyPr/>
          <a:lstStyle/>
          <a:p>
            <a:r>
              <a:rPr lang="nb-NO" dirty="0"/>
              <a:t>Sokkeldirektoratets mulighetsbilder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FC1392E9-CA00-AE1C-7018-D1D6444876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5247677E-EC1F-3F31-7D1A-267F4873C90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nb-NO"/>
          </a:p>
        </p:txBody>
      </p:sp>
      <p:pic>
        <p:nvPicPr>
          <p:cNvPr id="1026" name="Picture 2" descr="Figur 4.7 Tre mulighetsbilder for produksjonsutviklingen for total produksjon på norsk sokkel 2025–2050. ">
            <a:extLst>
              <a:ext uri="{FF2B5EF4-FFF2-40B4-BE49-F238E27FC236}">
                <a16:creationId xmlns:a16="http://schemas.microsoft.com/office/drawing/2014/main" id="{7A822C8D-721A-8EFB-4D56-1654A064D6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901" y="1091513"/>
            <a:ext cx="11720945" cy="5766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5901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73DD7E58-0296-39DE-9D07-ED1DF8423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000000" cy="794204"/>
          </a:xfrm>
        </p:spPr>
        <p:txBody>
          <a:bodyPr/>
          <a:lstStyle/>
          <a:p>
            <a:r>
              <a:rPr lang="nb-NO" dirty="0"/>
              <a:t>Aktiviteten på sokkelen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174AFEB0-D1CD-1EE4-333F-C292AD174C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2614"/>
            <a:ext cx="9000000" cy="1779815"/>
          </a:xfrm>
        </p:spPr>
        <p:txBody>
          <a:bodyPr/>
          <a:lstStyle/>
          <a:p>
            <a:r>
              <a:rPr lang="nb-NO" sz="2000" dirty="0"/>
              <a:t>Betydelig leteaktivitet – mye infrastrukturnært – stort sett små funn</a:t>
            </a:r>
          </a:p>
          <a:p>
            <a:r>
              <a:rPr lang="nb-NO" sz="2000" dirty="0"/>
              <a:t>Høy investeringsaktivitet</a:t>
            </a:r>
          </a:p>
          <a:p>
            <a:r>
              <a:rPr lang="nb-NO" sz="2000" dirty="0"/>
              <a:t>Fokus på raskere utbygginger og standardiserte løsninger. </a:t>
            </a:r>
          </a:p>
          <a:p>
            <a:r>
              <a:rPr lang="nb-NO" sz="2000" dirty="0"/>
              <a:t>Færre aktører, men store operatørselskaper fokusert på norsk sokkel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5D06A2CB-4AD5-9621-C4C9-B30007ADEB3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nb-NO"/>
          </a:p>
        </p:txBody>
      </p:sp>
      <p:pic>
        <p:nvPicPr>
          <p:cNvPr id="5" name="Bilde 4">
            <a:extLst>
              <a:ext uri="{FF2B5EF4-FFF2-40B4-BE49-F238E27FC236}">
                <a16:creationId xmlns:a16="http://schemas.microsoft.com/office/drawing/2014/main" id="{A0CE4651-3C2F-5A25-744A-C17A52D76C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29001"/>
            <a:ext cx="5763982" cy="3271199"/>
          </a:xfrm>
          <a:prstGeom prst="rect">
            <a:avLst/>
          </a:prstGeom>
        </p:spPr>
      </p:pic>
      <p:pic>
        <p:nvPicPr>
          <p:cNvPr id="6" name="Bilde 5">
            <a:extLst>
              <a:ext uri="{FF2B5EF4-FFF2-40B4-BE49-F238E27FC236}">
                <a16:creationId xmlns:a16="http://schemas.microsoft.com/office/drawing/2014/main" id="{2041C7B5-11CF-9C8A-9135-9F9E6B5671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1685" y="3429000"/>
            <a:ext cx="6220315" cy="3271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358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1C1DE74-4007-3C55-13DC-1A26DB769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Ressurstilvekst og antall letebrønner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7EB7BC97-59F9-3707-3626-3FD67DB313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6BCD0804-4B0D-9DB6-1262-4C1C358ECB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nb-NO"/>
          </a:p>
        </p:txBody>
      </p:sp>
      <p:pic>
        <p:nvPicPr>
          <p:cNvPr id="6" name="Bilde 5">
            <a:extLst>
              <a:ext uri="{FF2B5EF4-FFF2-40B4-BE49-F238E27FC236}">
                <a16:creationId xmlns:a16="http://schemas.microsoft.com/office/drawing/2014/main" id="{DC2E8A76-7B7B-F87C-E696-DBC477E2A0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" y="1481654"/>
            <a:ext cx="10915650" cy="5039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030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79F073D-205C-0AF0-8533-78925EE27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129" y="560599"/>
            <a:ext cx="9000000" cy="632402"/>
          </a:xfrm>
        </p:spPr>
        <p:txBody>
          <a:bodyPr>
            <a:normAutofit fontScale="90000"/>
          </a:bodyPr>
          <a:lstStyle/>
          <a:p>
            <a:r>
              <a:rPr lang="nb-NO" dirty="0"/>
              <a:t>Investeringer</a:t>
            </a:r>
          </a:p>
        </p:txBody>
      </p:sp>
      <p:pic>
        <p:nvPicPr>
          <p:cNvPr id="6" name="Plassholder for innhold 5" descr="Et bilde som inneholder tekst, skjermbilde, Font, Plottdiagram">
            <a:extLst>
              <a:ext uri="{FF2B5EF4-FFF2-40B4-BE49-F238E27FC236}">
                <a16:creationId xmlns:a16="http://schemas.microsoft.com/office/drawing/2014/main" id="{DFC078CD-9E77-B1A2-38B6-F739E32487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861" y="1367630"/>
            <a:ext cx="10641895" cy="5300163"/>
          </a:xfrm>
        </p:spPr>
      </p:pic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257AF583-FF3F-DDE1-0E49-7D8ACA92BD1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564295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B39EE2E-4C34-3B6E-D6FE-EA313254A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000000" cy="779463"/>
          </a:xfrm>
        </p:spPr>
        <p:txBody>
          <a:bodyPr>
            <a:normAutofit fontScale="90000"/>
          </a:bodyPr>
          <a:lstStyle/>
          <a:p>
            <a:r>
              <a:rPr lang="nb-NO" dirty="0"/>
              <a:t>Balansepriser ved PUD </a:t>
            </a:r>
            <a:br>
              <a:rPr lang="nb-NO" dirty="0"/>
            </a:br>
            <a:r>
              <a:rPr lang="nb-NO" sz="2200" dirty="0"/>
              <a:t>7 pst realavkastningskrav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DA0435C9-3DD9-0393-1862-EA1D92E5EE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4AC46D80-ED3B-6536-263D-4CE2A74AB3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nb-NO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41B0953-AD19-CB63-78DB-FAC8CAFED8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994" y="1246148"/>
            <a:ext cx="11353800" cy="5611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4430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23830-3357-CA83-DD15-F700AEA7A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1B1B7B2-7ED5-78EE-65C5-BADB06FB2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Usikkerhetsfaktorer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0BCE007C-1894-F934-84F7-AB0B8D0D6C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Olje- og gasspriser</a:t>
            </a:r>
          </a:p>
          <a:p>
            <a:r>
              <a:rPr lang="nb-NO" dirty="0"/>
              <a:t>Leteresultater/geologi</a:t>
            </a:r>
          </a:p>
          <a:p>
            <a:r>
              <a:rPr lang="nb-NO" dirty="0"/>
              <a:t>Teknologisk utvikling</a:t>
            </a:r>
          </a:p>
          <a:p>
            <a:r>
              <a:rPr lang="nb-NO" dirty="0"/>
              <a:t>Arealpolitikk</a:t>
            </a:r>
          </a:p>
          <a:p>
            <a:r>
              <a:rPr lang="nb-NO" dirty="0"/>
              <a:t>Fiskale rammevilkår</a:t>
            </a:r>
          </a:p>
          <a:p>
            <a:r>
              <a:rPr lang="nb-NO" dirty="0"/>
              <a:t>Krav som driver kostnader (Norge/EU)</a:t>
            </a:r>
          </a:p>
          <a:p>
            <a:r>
              <a:rPr lang="nb-NO" dirty="0"/>
              <a:t>Utnyttelse av eksisterende infrastruktur (tidskritikalitet)</a:t>
            </a:r>
          </a:p>
          <a:p>
            <a:r>
              <a:rPr lang="nb-NO" dirty="0"/>
              <a:t>Globalt leverandørmarked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0B1AA4BD-1AC5-F7B4-8E79-10F6564565F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641767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ED BOKMÅL MAL">
  <a:themeElements>
    <a:clrScheme name="Energidepartementet">
      <a:dk1>
        <a:srgbClr val="000000"/>
      </a:dk1>
      <a:lt1>
        <a:srgbClr val="FFFFFF"/>
      </a:lt1>
      <a:dk2>
        <a:srgbClr val="092F38"/>
      </a:dk2>
      <a:lt2>
        <a:srgbClr val="E7E6E6"/>
      </a:lt2>
      <a:accent1>
        <a:srgbClr val="16515B"/>
      </a:accent1>
      <a:accent2>
        <a:srgbClr val="1FBBE3"/>
      </a:accent2>
      <a:accent3>
        <a:srgbClr val="0D7028"/>
      </a:accent3>
      <a:accent4>
        <a:srgbClr val="85CE5F"/>
      </a:accent4>
      <a:accent5>
        <a:srgbClr val="F69224"/>
      </a:accent5>
      <a:accent6>
        <a:srgbClr val="FFE150"/>
      </a:accent6>
      <a:hlink>
        <a:srgbClr val="1160D3"/>
      </a:hlink>
      <a:folHlink>
        <a:srgbClr val="12AD8F"/>
      </a:folHlink>
    </a:clrScheme>
    <a:fontScheme name="TESTFONTER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D_POwerPointmal_NORSK" id="{A8D42E3A-65BC-4AB9-A7E9-00FA4921E4AA}" vid="{E69F0097-5AAF-4998-9EFC-A4477A703E12}"/>
    </a:ext>
  </a:extLst>
</a:theme>
</file>

<file path=ppt/theme/theme2.xml><?xml version="1.0" encoding="utf-8"?>
<a:theme xmlns:a="http://schemas.openxmlformats.org/drawingml/2006/main" name="ED ENGELSK MAL">
  <a:themeElements>
    <a:clrScheme name="Energidepartementet">
      <a:dk1>
        <a:srgbClr val="000000"/>
      </a:dk1>
      <a:lt1>
        <a:srgbClr val="FFFFFF"/>
      </a:lt1>
      <a:dk2>
        <a:srgbClr val="092F38"/>
      </a:dk2>
      <a:lt2>
        <a:srgbClr val="E7E6E6"/>
      </a:lt2>
      <a:accent1>
        <a:srgbClr val="16515B"/>
      </a:accent1>
      <a:accent2>
        <a:srgbClr val="1FBBE3"/>
      </a:accent2>
      <a:accent3>
        <a:srgbClr val="0D7028"/>
      </a:accent3>
      <a:accent4>
        <a:srgbClr val="85CE5F"/>
      </a:accent4>
      <a:accent5>
        <a:srgbClr val="F69224"/>
      </a:accent5>
      <a:accent6>
        <a:srgbClr val="FFE150"/>
      </a:accent6>
      <a:hlink>
        <a:srgbClr val="1160D3"/>
      </a:hlink>
      <a:folHlink>
        <a:srgbClr val="12AD8F"/>
      </a:folHlink>
    </a:clrScheme>
    <a:fontScheme name="TESTFONTER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D_POwerPointmal_NORSK" id="{A8D42E3A-65BC-4AB9-A7E9-00FA4921E4AA}" vid="{D32CEE2B-034C-4283-AA0E-B79A355E775B}"/>
    </a:ext>
  </a:extLst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kstdokument" ma:contentTypeID="0x01010027399BDA455B493DBFDF30E876AC73C300E3E517BDDC05484D84C1A0F8BB121A16" ma:contentTypeVersion="17" ma:contentTypeDescription="Opprett et nytt dokument." ma:contentTypeScope="" ma:versionID="38bb9a1605451b607324bc491045b3b5">
  <xsd:schema xmlns:xsd="http://www.w3.org/2001/XMLSchema" xmlns:xs="http://www.w3.org/2001/XMLSchema" xmlns:p="http://schemas.microsoft.com/office/2006/metadata/properties" xmlns:ns1="http://schemas.microsoft.com/sharepoint/v3" xmlns:ns2="0afee134-bd36-4ad6-873b-381c89615816" xmlns:ns3="faec4b39-8017-494c-864c-87769614b84a" targetNamespace="http://schemas.microsoft.com/office/2006/metadata/properties" ma:root="true" ma:fieldsID="bfa44da954d0851dae6c45d8e9bbc408" ns1:_="" ns2:_="" ns3:_="">
    <xsd:import namespace="http://schemas.microsoft.com/sharepoint/v3"/>
    <xsd:import namespace="0afee134-bd36-4ad6-873b-381c89615816"/>
    <xsd:import namespace="faec4b39-8017-494c-864c-87769614b84a"/>
    <xsd:element name="properties">
      <xsd:complexType>
        <xsd:sequence>
          <xsd:element name="documentManagement">
            <xsd:complexType>
              <xsd:all>
                <xsd:element ref="ns1:AssignedTo" minOccurs="0"/>
                <xsd:element ref="ns2:SnoDokumenttype" minOccurs="0"/>
                <xsd:element ref="ns2:SnoArkivpliktig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BillingMetadata" minOccurs="0"/>
                <xsd:element ref="ns3:MediaServiceDateTaken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AssignedTo" ma:index="2" nillable="true" ma:displayName="Tilordnet til" ma:list="UserInfo" ma:internalName="AssignedTo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fee134-bd36-4ad6-873b-381c89615816" elementFormDefault="qualified">
    <xsd:import namespace="http://schemas.microsoft.com/office/2006/documentManagement/types"/>
    <xsd:import namespace="http://schemas.microsoft.com/office/infopath/2007/PartnerControls"/>
    <xsd:element name="SnoDokumenttype" ma:index="3" nillable="true" ma:displayName="Dokumenttype" ma:format="Dropdown" ma:internalName="SnoDokumenttype">
      <xsd:simpleType>
        <xsd:restriction base="dms:Choice">
          <xsd:enumeration value="Angi valg nr. 1"/>
          <xsd:enumeration value="Angi valg nr. 2"/>
          <xsd:enumeration value="Angi valg nr. 3"/>
        </xsd:restriction>
      </xsd:simpleType>
    </xsd:element>
    <xsd:element name="SnoArkivpliktig" ma:index="4" nillable="true" ma:displayName="Arkivpliktig" ma:default="?" ma:format="Dropdown" ma:internalName="SnoArkivpliktig">
      <xsd:simpleType>
        <xsd:restriction base="dms:Choice">
          <xsd:enumeration value="?"/>
          <xsd:enumeration value="Ja"/>
          <xsd:enumeration value="Nei"/>
        </xsd:restriction>
      </xsd:simpleType>
    </xsd:element>
    <xsd:element name="TaxCatchAll" ma:index="18" nillable="true" ma:displayName="Taxonomy Catch All Column" ma:hidden="true" ma:list="{5a2eb740-1b13-4ffd-9f52-03e1fd9a203a}" ma:internalName="TaxCatchAll" ma:showField="CatchAllData" ma:web="0afee134-bd36-4ad6-873b-381c8961581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ec4b39-8017-494c-864c-87769614b8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4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Bildemerkelapper" ma:readOnly="false" ma:fieldId="{5cf76f15-5ced-4ddc-b409-7134ff3c332f}" ma:taxonomyMulti="true" ma:sspId="2424752e-f20b-4035-887f-e0fa58a0290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8" ma:displayName="Innholdstype"/>
        <xsd:element ref="dc:title" minOccurs="0" maxOccurs="1" ma:index="1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noDokumenttype xmlns="0afee134-bd36-4ad6-873b-381c89615816" xsi:nil="true"/>
    <TaxCatchAll xmlns="0afee134-bd36-4ad6-873b-381c89615816" xsi:nil="true"/>
    <AssignedTo xmlns="http://schemas.microsoft.com/sharepoint/v3">
      <UserInfo>
        <DisplayName/>
        <AccountId xsi:nil="true"/>
        <AccountType/>
      </UserInfo>
    </AssignedTo>
    <lcf76f155ced4ddcb4097134ff3c332f xmlns="faec4b39-8017-494c-864c-87769614b84a">
      <Terms xmlns="http://schemas.microsoft.com/office/infopath/2007/PartnerControls"/>
    </lcf76f155ced4ddcb4097134ff3c332f>
    <SnoArkivpliktig xmlns="0afee134-bd36-4ad6-873b-381c89615816">?</SnoArkivpliktig>
  </documentManagement>
</p:properties>
</file>

<file path=customXml/itemProps1.xml><?xml version="1.0" encoding="utf-8"?>
<ds:datastoreItem xmlns:ds="http://schemas.openxmlformats.org/officeDocument/2006/customXml" ds:itemID="{677651FD-E654-4E8C-8A62-026FEE90CE4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0afee134-bd36-4ad6-873b-381c89615816"/>
    <ds:schemaRef ds:uri="faec4b39-8017-494c-864c-87769614b84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E11657E-0B0E-4030-923C-2B424EADE87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6679884-2EF2-46EF-85ED-EC6F1FFA5DF7}">
  <ds:schemaRefs>
    <ds:schemaRef ds:uri="faec4b39-8017-494c-864c-87769614b84a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0afee134-bd36-4ad6-873b-381c89615816"/>
    <ds:schemaRef ds:uri="http://schemas.microsoft.com/sharepoint/v3"/>
    <ds:schemaRef ds:uri="http://purl.org/dc/terms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3048</TotalTime>
  <Words>357</Words>
  <Application>Microsoft Office PowerPoint</Application>
  <PresentationFormat>Widescreen</PresentationFormat>
  <Paragraphs>66</Paragraphs>
  <Slides>15</Slides>
  <Notes>11</Notes>
  <HiddenSlides>0</HiddenSlides>
  <MMClips>0</MMClips>
  <ScaleCrop>false</ScaleCrop>
  <HeadingPairs>
    <vt:vector size="6" baseType="variant">
      <vt:variant>
        <vt:lpstr>Brukte skrifter</vt:lpstr>
      </vt:variant>
      <vt:variant>
        <vt:i4>4</vt:i4>
      </vt:variant>
      <vt:variant>
        <vt:lpstr>Tema</vt:lpstr>
      </vt:variant>
      <vt:variant>
        <vt:i4>2</vt:i4>
      </vt:variant>
      <vt:variant>
        <vt:lpstr>Lysbildetitler</vt:lpstr>
      </vt:variant>
      <vt:variant>
        <vt:i4>15</vt:i4>
      </vt:variant>
    </vt:vector>
  </HeadingPairs>
  <TitlesOfParts>
    <vt:vector size="21" baseType="lpstr">
      <vt:lpstr>Aptos</vt:lpstr>
      <vt:lpstr>Arial</vt:lpstr>
      <vt:lpstr>Open Sans</vt:lpstr>
      <vt:lpstr>Wingdings</vt:lpstr>
      <vt:lpstr>ED BOKMÅL MAL</vt:lpstr>
      <vt:lpstr>ED ENGELSK MAL</vt:lpstr>
      <vt:lpstr>PowerPoint-presentasjon</vt:lpstr>
      <vt:lpstr>PowerPoint-presentasjon</vt:lpstr>
      <vt:lpstr>Agenda</vt:lpstr>
      <vt:lpstr>Statens netto kontantstrøm fra petroleumsvirksomheten 1971 – 2024. Faste 2026-kr.</vt:lpstr>
      <vt:lpstr>PowerPoint-presentasjon</vt:lpstr>
      <vt:lpstr>Produksjon og kostnader – metode og kilder</vt:lpstr>
      <vt:lpstr>PowerPoint-presentasjon</vt:lpstr>
      <vt:lpstr>PowerPoint-presentasjon</vt:lpstr>
      <vt:lpstr>Produksjon av olje og gass, historisk og prognose til 2035</vt:lpstr>
      <vt:lpstr>Sokkeldirektoratets mulighetsbilder</vt:lpstr>
      <vt:lpstr>Aktiviteten på sokkelen</vt:lpstr>
      <vt:lpstr>Ressurstilvekst og antall letebrønner</vt:lpstr>
      <vt:lpstr>Investeringer</vt:lpstr>
      <vt:lpstr>Balansepriser ved PUD  7 pst realavkastningskrav</vt:lpstr>
      <vt:lpstr>Usikkerhetsfaktorer</vt:lpstr>
    </vt:vector>
  </TitlesOfParts>
  <Company>DSS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Per Valvatne</dc:creator>
  <cp:lastModifiedBy>Adrian Ruud Wiker</cp:lastModifiedBy>
  <cp:revision>86</cp:revision>
  <dcterms:created xsi:type="dcterms:W3CDTF">2026-03-09T12:08:46Z</dcterms:created>
  <dcterms:modified xsi:type="dcterms:W3CDTF">2026-07-02T16:09:59Z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22f7043-6caf-4431-9109-8eff758a1d8b_Enabled">
    <vt:lpwstr>true</vt:lpwstr>
  </property>
  <property fmtid="{D5CDD505-2E9C-101B-9397-08002B2CF9AE}" pid="3" name="MSIP_Label_b22f7043-6caf-4431-9109-8eff758a1d8b_SetDate">
    <vt:lpwstr>2022-04-27T07:42:17Z</vt:lpwstr>
  </property>
  <property fmtid="{D5CDD505-2E9C-101B-9397-08002B2CF9AE}" pid="4" name="MSIP_Label_b22f7043-6caf-4431-9109-8eff758a1d8b_Method">
    <vt:lpwstr>Standard</vt:lpwstr>
  </property>
  <property fmtid="{D5CDD505-2E9C-101B-9397-08002B2CF9AE}" pid="5" name="MSIP_Label_b22f7043-6caf-4431-9109-8eff758a1d8b_Name">
    <vt:lpwstr>Intern (DSS)</vt:lpwstr>
  </property>
  <property fmtid="{D5CDD505-2E9C-101B-9397-08002B2CF9AE}" pid="6" name="MSIP_Label_b22f7043-6caf-4431-9109-8eff758a1d8b_SiteId">
    <vt:lpwstr>f696e186-1c3b-44cd-bf76-5ace0e7007bd</vt:lpwstr>
  </property>
  <property fmtid="{D5CDD505-2E9C-101B-9397-08002B2CF9AE}" pid="7" name="MSIP_Label_b22f7043-6caf-4431-9109-8eff758a1d8b_ActionId">
    <vt:lpwstr>b7fee7fc-8a64-4726-89a2-a5549a6d841c</vt:lpwstr>
  </property>
  <property fmtid="{D5CDD505-2E9C-101B-9397-08002B2CF9AE}" pid="8" name="MSIP_Label_b22f7043-6caf-4431-9109-8eff758a1d8b_ContentBits">
    <vt:lpwstr>0</vt:lpwstr>
  </property>
  <property fmtid="{D5CDD505-2E9C-101B-9397-08002B2CF9AE}" pid="9" name="ContentTypeId">
    <vt:lpwstr>0x01010027399BDA455B493DBFDF30E876AC73C300E3E517BDDC05484D84C1A0F8BB121A16</vt:lpwstr>
  </property>
  <property fmtid="{D5CDD505-2E9C-101B-9397-08002B2CF9AE}" pid="10" name="MediaServiceImageTags">
    <vt:lpwstr/>
  </property>
</Properties>
</file>